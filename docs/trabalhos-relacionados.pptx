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416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TRABALHOS RELACIONADOS E ESTADO DA 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Segoe UI"/>
              </a:defRPr>
            </a:pPr>
            <a:r>
              <a:t>Autenticacao Adaptativa com Inteligencia Artificial,</a:t>
            </a:r>
            <a:br/>
            <a:r>
              <a:t>Biometria Comportamental e Blockchain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200400"/>
            <a:ext cx="210312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AACC"/>
                </a:solidFill>
                <a:latin typeface="Segoe UI"/>
              </a:defRPr>
            </a:pPr>
            <a:r>
              <a:t>Sistema Autonomo de Autenticacao Inteligente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88AA"/>
                </a:solidFill>
                <a:latin typeface="Segoe UI"/>
              </a:defRPr>
            </a:pPr>
            <a:r>
              <a:t>Abril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691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Contexto e Objetivo da Revisao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28600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331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Quadro Comparativo Geral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92608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71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Pesquisa no INPI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566159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6118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61187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Trabalhos Academicos (12 estudos)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20624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42519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Solucoes da Industria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84632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892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Sintese Comparativa e Diferenciais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486399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53211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3211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A4A4A"/>
                </a:solidFill>
                <a:latin typeface="Segoe UI"/>
              </a:defRPr>
            </a:pPr>
            <a:r>
              <a:t>Lacunas Identificadas na Literatura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Contexto e Objetivo da Revisao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O sistema proposto integra multiplas tecnologias em uma plataforma unica de autenticacao inteligente. Esta revisao identifica e compara trabalhos da literatura academica e da industria que abordam, de forma isolada ou parcial, os mesmos eixos tematicos.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Isolation Forest (40%)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Random Forest (30%)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Deep Learning (30%)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Score unificado 0.0-1.0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4320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Biometria e Contexto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20040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Dinamica de digitacao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Geolocalizacao por IP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Analise de sessao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Deriva comportamental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74320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Segoe UI"/>
              </a:defRPr>
            </a:pPr>
            <a:r>
              <a:t>Blockchain e XAI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20040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Hyperledger Fabric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Ethereum (Web3j)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Auditoria imutavel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Explicabilidade via SHAP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Quadro Comparativo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Trabalhos Academicos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630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2743200"/>
                <a:gridCol w="2560320"/>
                <a:gridCol w="2286000"/>
              </a:tblGrid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Trabalho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Experimento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Metricas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Adaptive Biometric Auth. Systems (ScienceDirect)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Mapear estado da arte em autenticacao biometrica adaptativa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Revisao de 80+ trabalhos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FAR, FRR, 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AI-Driven Adaptive Auth. (ESRG)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Reduzir FAR/FRR com ML multimodal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Testes com biometria multimodal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FAR -27%, FRR -35%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Continuous Smartphone Auth. (MDPI)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Autenticacao continua em dispositivos moveis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Pipeline CNN+LSTM+GRU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Acuracia, EER,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Keystroke Dynamics (Springer)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Autenticacao por padroes de digitacao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KNN, RF, LGBM em texto fixo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EER 2.67%-6.61%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Blockchain Audit Trail (MDPI)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Auditoria imutavel com blockchain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Smart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Throughput, latencia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Harpocrates (Virginia Tech)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Logs imutaveis com privacidade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Hyperledger Fabric em EC2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Latencia, overhead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IAM + Hyperledger + OAuth (ScienceDirect)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IAM com blockchain para saude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Prototipo Hyperledger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Escalabilidade, seguranca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Quadro Comparativo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Trabalhos Academicos (2/2) + Industria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630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2743200"/>
                <a:gridCol w="2560320"/>
                <a:gridCol w="2286000"/>
              </a:tblGrid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Trabalho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Experimento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Metricas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Risk-Based Auth. com ML (IEEE)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Classificar logins por nivel de risco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Modelos ML para 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Acuracia, precisao,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Trust Engine Behavioral (IJETCSIT)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Score de confianca dinamico passwordless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Avaliacao em moveis/wearables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TAR&gt;90%, FAR&lt;5%, EER~6.5%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AI Continuous Auth. Zero Trust (ResearchGate)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Decisoes adaptativas com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Framework com Reinforcement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Reducao falsos positivos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XAI para IDS (Frontiers in AI)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Explicabilidade em sistemas de seguranca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Analise SHAP/LIME em IDS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Interpretabilidade, fidelidade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Adaptive Security + Drift (Al-Qadisiyah)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Deteccao de deriva comportamental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LSTM+Autoencoder+KL-divergence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Acuracia de deteccao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IBM Trusteer (Industria)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2016+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Prevencao de fraude com biometria 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Producao em inst. financeiras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Proprietario (nao publicado)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BioCatch (Industria)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Biometria comportamental cognitiva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Producao em bancos/fintechs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Proprietario (nao publicado)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Pesquisa no INPI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Instituto Nacional da Propriedade Industrial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Resultados da Busca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47 pedidos de patentes relacionados a blockchain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Nenhum combinando todos os elementos da proposta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Sem registros de biometria comportamental + ML + blockchain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Termos: autenticacao adaptativa, login inteligente, biometria comportamental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Diretrizes de IA no INPI (Ago/2025)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Consulta publica sobre patentes de IA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Categorias: modelos de IA, invencoes baseadas em IA, invencoes assistidas por IA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Amadurecimento regulatorio para protecao futura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515600" cy="21945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Segoe UI"/>
              </a:defRPr>
            </a:pPr>
            <a:r>
              <a:t>Relacao com a Proposta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ausencia de patentes no INPI que integrem autenticacao adaptativa com ML, biometria comportamental, blockchain e explicabilidade de IA evidencia o carater inovador da proposta. O sistema se posiciona em uma lacuna de propriedade intelectual no cenario brasileiro, combinando elementos que, individualmente, ja possuem registro, mas que em conjunto representam uma contribuicao original.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Adaptive Biometric Authentication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ScienceDirect, 2023 - Revisao Sistematica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Descricao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Revisao sistematica que analisa mais de 80 trabalhos sobre sistemas de autenticacao biometrica adaptativos. Mapeia como esses sistemas ajustam dinamicamente seus processos de amostragem e reconhecimento em resposta a mudancas no ambiente operacional. Identifica desafios criticos como ameacas a privacidade, spoofing e acessibilidade.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Comparacao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sistema proposto implementa concretamente uma solucao adaptativa com ensemble de ML (Isolation Forest + Random Forest + Deep Learning), MFA condicional baseado em risco, e deteccao de deriva comportamental. Adiciona blockchain e explicabilidade de IA — elementos nao cobertos na revisao.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AI-Driven Adaptive Authentication for Multi-Modal Biometrics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ESRG Journal,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Descricao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Framework com ML para ajuste dinamico de parametros de autenticacao baseado em dados contextuais e comportamentais. Resultados: reducao de 27% na FAR e 35% na FRR comparado a metodos estaticos tradicionais. Utiliza biometria multimodal para perfis adaptativos.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Comparacao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proposta compartilha o principio de ajuste dinamico, mas implementa ensemble de 3 algoritmos com pesos configuraveis (IF 40%, RF 30%, DL 30%) e regras de decisao escalonadas em 4 niveis (permitir, MFA, MFA+alerta, bloquear). Integra blockchain para registro imutavel de cada decisao.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Continuous Smartphone Auth. + Keystroke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MDPI 2026 / Springer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Descricao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trabalho da MDPI utiliza pipeline de CNN+LSTM+GRU para autenticacao continua em moveis. O da Springer aplica KNN, RF e LGBM para keystroke dynamics, alcancando EER de 2.67% a 6.61%. Ambos demonstram a eficacia de ensembles e biometria comportamental.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Comparacao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sistema proposto integra dinamica de digitacao como uma das 14 features do ensemble (nao isoladamente), combinando com geolocalizacao, padrao de sessao e contexto. Adiciona explicabilidade SHAP e score persistente em blockchain — aspectos nao abordados nos trabalhos comparados.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Blockchain Audit Trail + Harpocrates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MDPI 2021 / Virginia Tech 2022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Descricao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MDPI propoe mecanismo generico de audit trail com smart contracts. Harpocrates implementa logs imutaveis com preservacao de privacidade sobre Hyperledger Fabric em Amazon EC2, combinando tecnicas criptograficas com imutabilidade blockchain.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Comparacao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sistema proposto registra especificamente eventos de autenticacao (hash, tipo de evento, ID hasheado SHA-3, IP, score, decisao, timestamp) em blockchain dual (Hyperledger Fabric + Ethereum). Opera em modo simulacao para dev e redes reais em producao — flexibilidade nao presente nos comparados.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IAM Hyperledger + OAuth 2.0 / Risk-Based Auth. IEEE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ScienceDirect 2023 / IEEE 2018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Descricao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trabalho ScienceDirect combina Hyperledger Fabric com OAuth 2.0 para IAM no setor de saude. O IEEE (2018) e um trabalho pioneiro de autenticacao baseada em risco com ML, classificando logins por nivel de risco com features contextuais basicas.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Comparacao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sistema proposto substitui autenticacao estatica (OAuth) por score dinamico de IA, com 4 niveis de resposta em vez de decisao binaria. Expande o trabalho de 2018 com ensemble de 3 algoritmos, 14 features, biometria comportamental, blockchain e explicabilidade.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Trust Engine + Zero Trust + XAI + Drift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IJETCSIT 2024 / ResearchGate 2025 / Frontiers 2025 / Al-Qadisiyah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Segoe UI"/>
              </a:defRPr>
            </a:pPr>
            <a:r>
              <a:t>Descricao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Trust Engine: score dinamico passwordless com TAR&gt;90% e FAR&lt;5%. Zero Trust: RL para enforcement adaptativo. XAI: revisao de SHAP/LIME para IDS. Drift Detection: LSTM+Autoencoder com KL-divergence para detectar mudancas de comportamento.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Segoe UI"/>
              </a:defRPr>
            </a:pPr>
            <a:r>
              <a:t>Comparacao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sistema proposto integra TODOS esses elementos em uma unica plataforma: score de confianca (como Trust Engine), decisoes adaptativas (como Zero Trust), explicabilidade SHAP (como XAI), e deteccao de deriva (como Drift Detection) — com o diferencial de registro imutavel em blockchain de cada decisao e explicacao.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Solucoes da Industria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IBM Trusteer e BioCatch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03520" cy="47548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IBM Security Trusteer (2016+)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Suite de prevencao de fraude com IA, biometria comportamental e inteligencia global. Analisa sinais de identidade digital e informacoes de dispositivo. Utilizado por centenas de instituicoes financeiras.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Segoe UI"/>
              </a:defRPr>
            </a:pPr>
            <a:r>
              <a:t>vs. Proposta: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Trusteer e proprietario/black-box. A proposta oferece: explicabilidade SHAP, blockchain para auditoria, arquitetura aberta e reprodutivel, metricas e decisoes transparentes.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63040"/>
            <a:ext cx="5303520" cy="475488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Segoe UI"/>
              </a:defRPr>
            </a:pPr>
            <a:r>
              <a:t>BioCatch (2011+)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Biometria comportamental cognitiva e fisica para prevencao de fraude. Analisa interacoes humano-dispositivo com IA. Diferencia usuarios legitimos de fraudadores. Adotado por bancos globais.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Segoe UI"/>
              </a:defRPr>
            </a:pPr>
            <a:r>
              <a:t>vs. Proposta: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84048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BioCatch e SaaS proprietario para fraude financeira. A proposta e voltada para autenticacao web geral, com ensemble explicito de 3 algoritmos, blockchain dual, explicabilidade SHAP e deteccao de deriva.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Sintese Comparativa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Diferenciais exclusivos da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194560"/>
                <a:gridCol w="2194560"/>
                <a:gridCol w="2103120"/>
              </a:tblGrid>
              <a:tr h="49377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Caracteristica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Literatura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Industria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Ensemble de 3 algoritmos (IF+RF+DL) com pesos configuraveis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 (1-2 modelos)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Nao divulgado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Score de confianca com 4 niveis de decisao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Binario ou ternario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Nao divulgado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Blockchain dual (Hyperledger Fabric + Ethereum)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Uma rede ou nenhuma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Nao utilizado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Explicabilidade via SHAP para autenticacao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Aplicado em IDS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Nao disponivel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Deteccao de deriva comportamental integrada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Trabalhos isolados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Dinamica de digitacao + contexto + geolocalizacao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Geralmente unimodal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Multimodal (proprietario)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Trilha de auditoria imutavel das decisoes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Blockchain generico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Nao disponivel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Codigo aberto e reprodutivel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Nao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MFA adaptativo condicionado ao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7AE60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Raro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Lacunas Identificadas na Literatura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Segoe UI"/>
              </a:defRPr>
            </a:pPr>
            <a:r>
              <a:t>Contribuicoes originais da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554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Segoe UI"/>
              </a:defRPr>
            </a:pPr>
            <a:r>
              <a:t>Explicabilidade + Autenticacao + Blockchain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659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Nenhum trabalho revisado implementa explicabilidade de IA especificamente para decisoes de autenticacao com registro em blockchain.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889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Segoe UI"/>
              </a:defRPr>
            </a:pPr>
            <a:r>
              <a:t>Blockchain Dual para Auditoria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combinacao de Hyperledger Fabric (permissionada) e Ethereum (interoperavel) para auditoria de eventos de autenticacao nao foi encontrada.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0233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Segoe UI"/>
              </a:defRPr>
            </a:pPr>
            <a:r>
              <a:t>Ensemble de 3 Paradigmas de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34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combinacao de deteccao de anomalias (IF), classificacao (RF) e aprendizado profundo (DL) com pesos configuraveis para autenticacao e contribuicao original.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5780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03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Segoe UI"/>
              </a:defRPr>
            </a:pPr>
            <a:r>
              <a:t>Resposta Escalonada em 4 Niveis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6692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granularidade de resposta (permitir, MFA, MFA+alerta, bloquear) baseada em score continuo supera as abordagens binarias predominantes.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Referencias Bibliograficas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[1] Adaptive Biometric Auth. Systems — ScienceDirect, 2023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[2] AI-Driven Adaptive Auth. Multi-Modal — ESRG Journal, 2024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[3] Continuous Smartphone Auth. — MDPI Mathematics, 2026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[4] Keystroke Dynamics — Springer Discover Applied Sciences, 2025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[5] Blockchain Audit Trail — MDPI Algorithms, 2021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[6] Harpocrates — arXiv / Virginia Tech, 2022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[7] IAM + Hyperledger + OAuth 2.0 — ScienceDirect, 2023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[8] Risk-Based Auth. com ML — IEEE, 2018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[9] Trust Engine Behavioral — IJETCSIT, 2024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[10] AI Continuous Auth. Zero Trust — ResearchGate, 2025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[11] XAI para IDS — Frontiers in AI, 2025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[12] Adaptive Security + Drift — Al-Qadisiyah Journal, 2024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[13] IBM Security Trusteer — ibm.com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[14] BioCatch Behavioral Biometrics — biocatch.com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 [15] INPI Diretrizes de IA — gov.br/inpi,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Obrigado!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91840"/>
            <a:ext cx="210312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Segoe UI"/>
              </a:defRPr>
            </a:pPr>
            <a:r>
              <a:t>Sistema Autonomo de Autenticacao Inteligente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Trabalhos Relacionados e Estado da Arte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