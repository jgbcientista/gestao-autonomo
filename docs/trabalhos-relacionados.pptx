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>
  <p:sldMasterIdLst>
    <p:sldMasterId id="2147484063" r:id="rId1"/>
    <p:sldMasterId id="2147485412" r:id="rId2"/>
    <p:sldMasterId id="2147484092" r:id="rId3"/>
    <p:sldMasterId id="2147484104" r:id="rId4"/>
  </p:sldMasterIdLst>
  <p:notesMasterIdLst>
    <p:notesMasterId r:id="rId19"/>
  </p:notesMasterIdLst>
  <p:handoutMasterIdLst>
    <p:handoutMasterId r:id="rId20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0"/>
    <p:sldId id="265" r:id="rId9"/>
    <p:sldId id="266" r:id="rId8"/>
    <p:sldId id="267" r:id="rId7"/>
    <p:sldId id="268" r:id="rId6"/>
    <p:sldId id="269" r:id="rId5"/>
    <p:sldId id="270" r:id="rId25"/>
    <p:sldId id="271" r:id="rId26"/>
    <p:sldId id="272" r:id="rId27"/>
  </p:sldIdLst>
  <p:sldSz cx="9144000" cy="6858000" type="screen4x3"/>
  <p:notesSz cx="6858000" cy="9144000"/>
  <p:defaultTextStyle>
    <a:defPPr>
      <a:defRPr lang="nn-NO"/>
    </a:defPPr>
    <a:lvl1pPr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0000"/>
    <a:srgbClr val="1F3C6B"/>
    <a:srgbClr val="224378"/>
    <a:srgbClr val="BFD9E6"/>
    <a:srgbClr val="BFBFBF"/>
    <a:srgbClr val="DEEEFD"/>
    <a:srgbClr val="FFFFFF"/>
    <a:srgbClr val="4EFD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1656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8216"/>
    </p:cViewPr>
  </p:outlineViewPr>
  <p:notesTextViewPr>
    <p:cViewPr>
      <p:scale>
        <a:sx n="33" d="100"/>
        <a:sy n="33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-3328" y="-11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D36A87A-F46F-AD72-D217-71F9F3A751C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082A9C-FC0F-2CEB-AD0E-C01A0721923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nb-NO"/>
              <a:t>January 30th, 2012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8BDF61-5626-0F99-C53B-FC37825225F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2056A2-18F5-F65D-D1B7-903FE2C663A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A7CCD346-0EDD-49D1-AAA6-3929CEC6E844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718EB392-7413-9145-4944-5D5FE8B8626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07DCF52A-F888-F160-0C7E-C5620A8F8554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nb-NO"/>
              <a:t>January 30th, 2012</a:t>
            </a:r>
            <a:endParaRPr lang="en-US"/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0EDF26AF-BDFB-864A-9FF2-5E92E7DD7991}"/>
              </a:ext>
            </a:extLst>
          </p:cNvPr>
          <p:cNvSpPr>
            <a:spLocks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9C001EED-A34F-4C1D-D642-BCB1BD1FE2D9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n-NO" noProof="0"/>
              <a:t>Click to edit Master text styles</a:t>
            </a:r>
          </a:p>
          <a:p>
            <a:pPr lvl="1"/>
            <a:r>
              <a:rPr lang="nn-NO" noProof="0"/>
              <a:t>Second level</a:t>
            </a:r>
          </a:p>
          <a:p>
            <a:pPr lvl="2"/>
            <a:r>
              <a:rPr lang="nn-NO" noProof="0"/>
              <a:t>Third level</a:t>
            </a:r>
          </a:p>
          <a:p>
            <a:pPr lvl="3"/>
            <a:r>
              <a:rPr lang="nn-NO" noProof="0"/>
              <a:t>Fourth level</a:t>
            </a:r>
          </a:p>
          <a:p>
            <a:pPr lvl="4"/>
            <a:r>
              <a:rPr lang="nn-NO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73D8FBB7-16FF-9402-AFA6-5D8D6BB38F7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45796CE6-29C6-91A4-B284-498855E2690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11027A46-B2A8-4541-8398-72C5851A51C6}" type="slidenum">
              <a:rPr lang="nn-NO" altLang="pt-BR"/>
              <a:pPr>
                <a:defRPr/>
              </a:pPr>
              <a:t>‹nº›</a:t>
            </a:fld>
            <a:endParaRPr lang="nn-NO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E1AA1AC5-A44C-1996-3462-D84F48F58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86525"/>
            <a:ext cx="9144000" cy="28098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none" lIns="82945" tIns="41473" rIns="82945" bIns="41473" anchor="ctr"/>
          <a:lstStyle>
            <a:lvl1pPr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defRPr/>
            </a:pPr>
            <a:endParaRPr lang="pt-PT" altLang="pt-BR"/>
          </a:p>
        </p:txBody>
      </p:sp>
      <p:sp>
        <p:nvSpPr>
          <p:cNvPr id="5" name="Text Box 6">
            <a:extLst>
              <a:ext uri="{FF2B5EF4-FFF2-40B4-BE49-F238E27FC236}">
                <a16:creationId xmlns:a16="http://schemas.microsoft.com/office/drawing/2014/main" id="{DA664359-3D97-43DB-EF4B-8FE10FE1F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527800"/>
            <a:ext cx="7132638" cy="166688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12903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>
              <a:lnSpc>
                <a:spcPct val="92000"/>
              </a:lnSpc>
              <a:defRPr/>
            </a:pPr>
            <a:endParaRPr lang="en-US" sz="1300">
              <a:solidFill>
                <a:srgbClr val="FFFFFF"/>
              </a:solidFill>
              <a:latin typeface="Times New Roman" charset="0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80F19DA0-5128-A6EF-F459-EC7D4DC8E5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499225"/>
            <a:ext cx="5356225" cy="230188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 anchor="ctr"/>
          <a:lstStyle>
            <a:lvl1pPr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2000"/>
              </a:lnSpc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pP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IFBA  – Nome Palestrante </a:t>
            </a:r>
            <a:r>
              <a:rPr lang="mr-IN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–</a:t>
            </a: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 email@ifba.edu.br</a:t>
            </a:r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8955F5E6-C73C-5F2F-16D2-70BE69D0191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888" y="188913"/>
            <a:ext cx="822325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6358AEBB-2AC9-9763-6C15-BECC8EAFB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440" y="3885528"/>
            <a:ext cx="7773120" cy="2338483"/>
          </a:xfrm>
        </p:spPr>
        <p:txBody>
          <a:bodyPr/>
          <a:lstStyle>
            <a:lvl1pPr marL="0" indent="0" algn="l">
              <a:lnSpc>
                <a:spcPct val="111000"/>
              </a:lnSpc>
              <a:buNone/>
              <a:defRPr sz="2900"/>
            </a:lvl1pPr>
            <a:lvl2pPr marL="414726" indent="0" algn="ctr">
              <a:buNone/>
              <a:defRPr/>
            </a:lvl2pPr>
            <a:lvl3pPr marL="829452" indent="0" algn="ctr">
              <a:buNone/>
              <a:defRPr/>
            </a:lvl3pPr>
            <a:lvl4pPr marL="1244178" indent="0" algn="ctr">
              <a:buNone/>
              <a:defRPr/>
            </a:lvl4pPr>
            <a:lvl5pPr marL="1658904" indent="0" algn="ctr">
              <a:buNone/>
              <a:defRPr/>
            </a:lvl5pPr>
            <a:lvl6pPr marL="2073631" indent="0" algn="ctr">
              <a:buNone/>
              <a:defRPr/>
            </a:lvl6pPr>
            <a:lvl7pPr marL="2488357" indent="0" algn="ctr">
              <a:buNone/>
              <a:defRPr/>
            </a:lvl7pPr>
            <a:lvl8pPr marL="2903083" indent="0" algn="ctr">
              <a:buNone/>
              <a:defRPr/>
            </a:lvl8pPr>
            <a:lvl9pPr marL="3317809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en-US" dirty="0"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3A6FB9DB-4653-D9C1-01DB-AE9083D91379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CE84DF-D002-479E-8FCA-1F5006A1213D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709227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783372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3pPr>
            <a:lvl4pPr marL="1537943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4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A61AB5B-3396-830E-B763-9BF7443B8B94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7D0282F-BF95-4D63-A676-FF02C5E450F2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663009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3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726" indent="0">
              <a:buNone/>
              <a:defRPr sz="1600"/>
            </a:lvl2pPr>
            <a:lvl3pPr marL="829452" indent="0">
              <a:buNone/>
              <a:defRPr sz="1500"/>
            </a:lvl3pPr>
            <a:lvl4pPr marL="1244178" indent="0">
              <a:buNone/>
              <a:defRPr sz="1300"/>
            </a:lvl4pPr>
            <a:lvl5pPr marL="1658904" indent="0">
              <a:buNone/>
              <a:defRPr sz="1300"/>
            </a:lvl5pPr>
            <a:lvl6pPr marL="2073631" indent="0">
              <a:buNone/>
              <a:defRPr sz="1300"/>
            </a:lvl6pPr>
            <a:lvl7pPr marL="2488357" indent="0">
              <a:buNone/>
              <a:defRPr sz="1300"/>
            </a:lvl7pPr>
            <a:lvl8pPr marL="2903083" indent="0">
              <a:buNone/>
              <a:defRPr sz="1300"/>
            </a:lvl8pPr>
            <a:lvl9pPr marL="3317809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61FB910-EB69-0CE7-72AA-DEDEE0BB9514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D28C11-AAF6-4C1C-AFBE-362C0E9CEF64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70403074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4781302"/>
          </a:xfrm>
        </p:spPr>
        <p:txBody>
          <a:bodyPr/>
          <a:lstStyle>
            <a:lvl1pPr>
              <a:defRPr sz="2500"/>
            </a:lvl1pPr>
            <a:lvl2pPr marL="783372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2200"/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800"/>
            </a:lvl3pPr>
            <a:lvl4pPr marL="1537943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4781302"/>
          </a:xfrm>
        </p:spPr>
        <p:txBody>
          <a:bodyPr/>
          <a:lstStyle>
            <a:lvl1pPr>
              <a:defRPr sz="2500"/>
            </a:lvl1pPr>
            <a:lvl2pPr marL="800652" indent="-311045">
              <a:defRPr lang="x-none" sz="2200" dirty="0" smtClean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764CDD-B67E-8D89-DA7D-72FCE6EF366B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F7D0DB-84F5-4E8F-91C4-5054E87C1F9A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95023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1" y="275070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726" indent="0">
              <a:buNone/>
              <a:defRPr sz="1800" b="1"/>
            </a:lvl2pPr>
            <a:lvl3pPr marL="829452" indent="0">
              <a:buNone/>
              <a:defRPr sz="1600" b="1"/>
            </a:lvl3pPr>
            <a:lvl4pPr marL="1244178" indent="0">
              <a:buNone/>
              <a:defRPr sz="1500" b="1"/>
            </a:lvl4pPr>
            <a:lvl5pPr marL="1658904" indent="0">
              <a:buNone/>
              <a:defRPr sz="1500" b="1"/>
            </a:lvl5pPr>
            <a:lvl6pPr marL="2073631" indent="0">
              <a:buNone/>
              <a:defRPr sz="1500" b="1"/>
            </a:lvl6pPr>
            <a:lvl7pPr marL="2488357" indent="0">
              <a:buNone/>
              <a:defRPr sz="1500" b="1"/>
            </a:lvl7pPr>
            <a:lvl8pPr marL="2903083" indent="0">
              <a:buNone/>
              <a:defRPr sz="1500" b="1"/>
            </a:lvl8pPr>
            <a:lvl9pPr marL="3317809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1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726" indent="0">
              <a:buNone/>
              <a:defRPr sz="1800" b="1"/>
            </a:lvl2pPr>
            <a:lvl3pPr marL="829452" indent="0">
              <a:buNone/>
              <a:defRPr sz="1600" b="1"/>
            </a:lvl3pPr>
            <a:lvl4pPr marL="1244178" indent="0">
              <a:buNone/>
              <a:defRPr sz="1500" b="1"/>
            </a:lvl4pPr>
            <a:lvl5pPr marL="1658904" indent="0">
              <a:buNone/>
              <a:defRPr sz="1500" b="1"/>
            </a:lvl5pPr>
            <a:lvl6pPr marL="2073631" indent="0">
              <a:buNone/>
              <a:defRPr sz="1500" b="1"/>
            </a:lvl6pPr>
            <a:lvl7pPr marL="2488357" indent="0">
              <a:buNone/>
              <a:defRPr sz="1500" b="1"/>
            </a:lvl7pPr>
            <a:lvl8pPr marL="2903083" indent="0">
              <a:buNone/>
              <a:defRPr sz="1500" b="1"/>
            </a:lvl8pPr>
            <a:lvl9pPr marL="3317809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1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A81D604E-3B1D-6FE2-C250-551B77B00CD3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90996AF-0126-41A9-856B-0F7E45D59F5E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5711162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6C24F06-7C59-5B17-37B5-5CD30022779D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28D738-0031-448F-BC38-7056BA8C5283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05095271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6F01A86D-E2A7-26ED-1E68-C9245AB1C1DE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73D6F1-8C2D-4458-93D4-02A37B2C7588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166868379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1" y="273629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1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726" indent="0">
              <a:buNone/>
              <a:defRPr sz="1100"/>
            </a:lvl2pPr>
            <a:lvl3pPr marL="829452" indent="0">
              <a:buNone/>
              <a:defRPr sz="900"/>
            </a:lvl3pPr>
            <a:lvl4pPr marL="1244178" indent="0">
              <a:buNone/>
              <a:defRPr sz="800"/>
            </a:lvl4pPr>
            <a:lvl5pPr marL="1658904" indent="0">
              <a:buNone/>
              <a:defRPr sz="800"/>
            </a:lvl5pPr>
            <a:lvl6pPr marL="2073631" indent="0">
              <a:buNone/>
              <a:defRPr sz="800"/>
            </a:lvl6pPr>
            <a:lvl7pPr marL="2488357" indent="0">
              <a:buNone/>
              <a:defRPr sz="800"/>
            </a:lvl7pPr>
            <a:lvl8pPr marL="2903083" indent="0">
              <a:buNone/>
              <a:defRPr sz="800"/>
            </a:lvl8pPr>
            <a:lvl9pPr marL="3317809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94E0EB-EEA6-AB94-E9E0-0FCF06F5A8F7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D367BC-476C-4BA7-98D0-EB0EAD574C23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026678659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1" y="4800025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1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726" indent="0">
              <a:buNone/>
              <a:defRPr sz="2500"/>
            </a:lvl2pPr>
            <a:lvl3pPr marL="829452" indent="0">
              <a:buNone/>
              <a:defRPr sz="2200"/>
            </a:lvl3pPr>
            <a:lvl4pPr marL="1244178" indent="0">
              <a:buNone/>
              <a:defRPr sz="1800"/>
            </a:lvl4pPr>
            <a:lvl5pPr marL="1658904" indent="0">
              <a:buNone/>
              <a:defRPr sz="1800"/>
            </a:lvl5pPr>
            <a:lvl6pPr marL="2073631" indent="0">
              <a:buNone/>
              <a:defRPr sz="1800"/>
            </a:lvl6pPr>
            <a:lvl7pPr marL="2488357" indent="0">
              <a:buNone/>
              <a:defRPr sz="1800"/>
            </a:lvl7pPr>
            <a:lvl8pPr marL="2903083" indent="0">
              <a:buNone/>
              <a:defRPr sz="1800"/>
            </a:lvl8pPr>
            <a:lvl9pPr marL="3317809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1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726" indent="0">
              <a:buNone/>
              <a:defRPr sz="1100"/>
            </a:lvl2pPr>
            <a:lvl3pPr marL="829452" indent="0">
              <a:buNone/>
              <a:defRPr sz="900"/>
            </a:lvl3pPr>
            <a:lvl4pPr marL="1244178" indent="0">
              <a:buNone/>
              <a:defRPr sz="800"/>
            </a:lvl4pPr>
            <a:lvl5pPr marL="1658904" indent="0">
              <a:buNone/>
              <a:defRPr sz="800"/>
            </a:lvl5pPr>
            <a:lvl6pPr marL="2073631" indent="0">
              <a:buNone/>
              <a:defRPr sz="800"/>
            </a:lvl6pPr>
            <a:lvl7pPr marL="2488357" indent="0">
              <a:buNone/>
              <a:defRPr sz="800"/>
            </a:lvl7pPr>
            <a:lvl8pPr marL="2903083" indent="0">
              <a:buNone/>
              <a:defRPr sz="800"/>
            </a:lvl8pPr>
            <a:lvl9pPr marL="3317809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3D567C-44EC-EC58-8C13-17FEBE0CE375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048E0C4-E437-445F-9DEF-D5017B4F9D40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217367649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FB03FE9-6FC7-BA56-C0DD-99C390073065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BE4043B-582F-4F6C-A8B5-D1148DF4D291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79565600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6112002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6112002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C673FE-315B-4810-A822-F7DC2A282CD2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F94E9A5-63FE-4D3A-A55D-27894524D9A4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683070653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244727"/>
            <a:ext cx="7772400" cy="14700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33854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674898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0" y="1428769"/>
            <a:ext cx="8097838" cy="46434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05"/>
          <p:cNvSpPr>
            <a:spLocks noGrp="1" noChangeArrowheads="1"/>
          </p:cNvSpPr>
          <p:nvPr>
            <p:ph type="title"/>
          </p:nvPr>
        </p:nvSpPr>
        <p:spPr bwMode="auto">
          <a:xfrm>
            <a:off x="571500" y="357165"/>
            <a:ext cx="8072438" cy="857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nn-NO" dirty="0" err="1"/>
              <a:t>Click</a:t>
            </a:r>
            <a:r>
              <a:rPr lang="nn-NO" dirty="0"/>
              <a:t> to </a:t>
            </a:r>
            <a:r>
              <a:rPr lang="nn-NO" dirty="0" err="1"/>
              <a:t>edit</a:t>
            </a:r>
            <a:r>
              <a:rPr lang="nn-NO" dirty="0"/>
              <a:t> Master title </a:t>
            </a:r>
            <a:r>
              <a:rPr lang="nn-NO" dirty="0" err="1"/>
              <a:t>style</a:t>
            </a:r>
            <a:endParaRPr lang="nn-NO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FB9332C2-8239-0FB9-3F24-770B54913968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AC05CA-B2E6-4146-8AD1-20310667C6AF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2828642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6100" y="1428736"/>
            <a:ext cx="3954462" cy="47149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19652" y="1428736"/>
            <a:ext cx="4024314" cy="47149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105"/>
          <p:cNvSpPr>
            <a:spLocks noGrp="1" noChangeArrowheads="1"/>
          </p:cNvSpPr>
          <p:nvPr>
            <p:ph type="title"/>
          </p:nvPr>
        </p:nvSpPr>
        <p:spPr bwMode="auto">
          <a:xfrm>
            <a:off x="571500" y="357165"/>
            <a:ext cx="8072438" cy="857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nn-NO" dirty="0" err="1"/>
              <a:t>Click</a:t>
            </a:r>
            <a:r>
              <a:rPr lang="nn-NO" dirty="0"/>
              <a:t> to </a:t>
            </a:r>
            <a:r>
              <a:rPr lang="nn-NO" dirty="0" err="1"/>
              <a:t>edit</a:t>
            </a:r>
            <a:r>
              <a:rPr lang="nn-NO" dirty="0"/>
              <a:t> Master title </a:t>
            </a:r>
            <a:r>
              <a:rPr lang="nn-NO" dirty="0" err="1"/>
              <a:t>style</a:t>
            </a:r>
            <a:endParaRPr lang="nn-NO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DB5CD630-8670-064E-A80C-DC2E0AFA8117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40081E9-49A6-4431-A8DF-52A9E0679334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2827308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C2F9332-C808-F02B-177A-CDD690CE8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CE2C1A-2157-474D-847E-E653CCB79B82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10F5913-F674-4BF3-01DD-70080DCA5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E41CBAB-FD27-6D14-5824-F3C86AE09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8327E0-04E8-43E1-AED1-125C5C7FBBA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11988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D73B2E-4633-AC20-70F2-A31A0912A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C1596D-709E-4A31-BE6D-079542C18232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46C4B9-E926-C3F1-F620-F104A58A2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740CC99-7EDF-72AD-D973-39591D995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CCDA64-4652-44D7-AE2C-16526E8C5D4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92094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1924822-1DB8-8A72-5654-47AE9FE07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1B6453-7EA2-4D87-84F5-61168C488202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D900787-1F3E-8C1B-EB1D-813E71596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F56D7C9-90A4-DF1E-201D-E203AA523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B55D39-8ABF-4C55-8FF0-3E57AEE370B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7193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CFC01EF0-6ADF-2D91-A735-976C09E82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745AAA-6B14-4001-9F71-D39192309990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F2B3AEC0-082F-5786-B8B5-8FBE3A20C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0093BB5D-2B2C-5C1E-47CA-0F0D1978B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4978D4-FCA0-4C23-A1AC-2E8CC66C0E6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74389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063069CE-0021-0E0D-CFC5-61A032A7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2DCCE8-1077-454F-AF65-7E884406C3DC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80B1A8B8-57FE-2313-A108-6134EAFB9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F3E7F2E3-9606-F23E-80F7-2F77FADB8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54B28D4-83C0-43BA-9B9B-45C0E1F131B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50895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F6A8CE51-D77B-2E84-0F66-BDC2F754F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9A7767-40F2-425D-A861-CD19600399C6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EADBD992-050A-BCA8-9392-DDC0B5E40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7DC59F0F-9A1B-C807-6638-215644994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67E55C-7F3C-4155-B611-9BB57B39932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09601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B1C0FA26-456F-BEFE-5AC2-FC1D6C36E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BF6046-58DC-4CDC-B107-02D82ECB8F1C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7DCA1F93-211B-037E-EF38-87665426C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7B43AC99-A87E-B373-31CB-91DCAB141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2A15F5-EDC9-4644-BC45-17D47C2F240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6463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5F311C66-2979-19A9-3D91-031FB0CBC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8F8962-3747-42BD-AD70-348146DFD97E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D3E5F2C5-4D5E-732E-51A6-823F3474A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C548F60-0014-7F07-E93A-ACA1D9363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A5C459-6F76-47C4-80CC-A6B42CA256C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340521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477959BD-8091-ADFA-15D6-7E5B44AEF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17ADC7-D8CF-4583-998F-EFE56A56704E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367109F0-A01B-955E-E93A-E703982AD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F835EA59-6D70-2435-4654-C2AC7AE1A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005510-8C17-453F-AC7E-E479D5E201C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82373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A2D25E-FCEF-B4CC-D004-BFA1543FC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648978-9C17-4CF4-8A15-8565CE08210A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C5E0CBF-508D-C49F-ADE1-F892C0DA3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A00956-A138-3343-B1EF-ADF0F351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558A43-400A-4FE7-8CBD-1BB69174701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3061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6284BCF-850A-BBC9-1036-A4AB97A0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9A04A0-3ADC-4594-9C04-468A604DEF65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FEF305E-F6C2-A207-F712-B652B01D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6C5080-C747-7400-6706-46B220F92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914F2E-C0BD-4827-8145-6964BB97238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92819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321" y="3885528"/>
            <a:ext cx="6400800" cy="1752664"/>
          </a:xfrm>
        </p:spPr>
        <p:txBody>
          <a:bodyPr/>
          <a:lstStyle>
            <a:lvl1pPr marL="0" indent="0" algn="ctr">
              <a:buNone/>
              <a:defRPr/>
            </a:lvl1pPr>
            <a:lvl2pPr marL="414640" indent="0" algn="ctr">
              <a:buNone/>
              <a:defRPr/>
            </a:lvl2pPr>
            <a:lvl3pPr marL="829280" indent="0" algn="ctr">
              <a:buNone/>
              <a:defRPr/>
            </a:lvl3pPr>
            <a:lvl4pPr marL="1243920" indent="0" algn="ctr">
              <a:buNone/>
              <a:defRPr/>
            </a:lvl4pPr>
            <a:lvl5pPr marL="1658560" indent="0" algn="ctr">
              <a:buNone/>
              <a:defRPr/>
            </a:lvl5pPr>
            <a:lvl6pPr marL="2073201" indent="0" algn="ctr">
              <a:buNone/>
              <a:defRPr/>
            </a:lvl6pPr>
            <a:lvl7pPr marL="2487841" indent="0" algn="ctr">
              <a:buNone/>
              <a:defRPr/>
            </a:lvl7pPr>
            <a:lvl8pPr marL="2902481" indent="0" algn="ctr">
              <a:buNone/>
              <a:defRPr/>
            </a:lvl8pPr>
            <a:lvl9pPr marL="3317121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BFA225-0E60-3C6E-B016-A218D20CC87D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4A9234-47D4-393D-9941-BD4F048081D4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60946B-41AF-04FD-4011-8B176F5B3590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8D886C2-5882-4904-A63A-7B185B9D331F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654458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B3607C-FF8E-D839-7D59-9AFF495396A5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377C95-1202-5E85-0289-497DFE908A5F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5F4217-400A-99B5-37B7-49B23B40351D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C569347-E9D6-47CD-BED3-6222A866B1C3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31271184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5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640" indent="0">
              <a:buNone/>
              <a:defRPr sz="1600"/>
            </a:lvl2pPr>
            <a:lvl3pPr marL="829280" indent="0">
              <a:buNone/>
              <a:defRPr sz="1500"/>
            </a:lvl3pPr>
            <a:lvl4pPr marL="1243920" indent="0">
              <a:buNone/>
              <a:defRPr sz="1300"/>
            </a:lvl4pPr>
            <a:lvl5pPr marL="1658560" indent="0">
              <a:buNone/>
              <a:defRPr sz="1300"/>
            </a:lvl5pPr>
            <a:lvl6pPr marL="2073201" indent="0">
              <a:buNone/>
              <a:defRPr sz="1300"/>
            </a:lvl6pPr>
            <a:lvl7pPr marL="2487841" indent="0">
              <a:buNone/>
              <a:defRPr sz="1300"/>
            </a:lvl7pPr>
            <a:lvl8pPr marL="2902481" indent="0">
              <a:buNone/>
              <a:defRPr sz="1300"/>
            </a:lvl8pPr>
            <a:lvl9pPr marL="3317121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09CF59-9C9C-EBC7-FE05-B06C62FCC4A9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7727A8-52A7-DEA0-CF5D-C5E4B547670E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26DCC1-8AC7-6049-E213-A73B99D04B62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4EDA84-818F-4479-A04B-55106ACC5975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9733829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B54D5E1C-4DF3-7732-F5AF-82F1AC649D0A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A3D43112-CB9B-E3BF-AD77-8C19FFABCDAF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FD07EE4E-709B-47B9-BB0F-F7C595CBC40E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A6775DD-CB29-4D6B-A047-B0A88CD3D4CC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06498098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2" y="275072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640" indent="0">
              <a:buNone/>
              <a:defRPr sz="1800" b="1"/>
            </a:lvl2pPr>
            <a:lvl3pPr marL="829280" indent="0">
              <a:buNone/>
              <a:defRPr sz="1600" b="1"/>
            </a:lvl3pPr>
            <a:lvl4pPr marL="1243920" indent="0">
              <a:buNone/>
              <a:defRPr sz="1500" b="1"/>
            </a:lvl4pPr>
            <a:lvl5pPr marL="1658560" indent="0">
              <a:buNone/>
              <a:defRPr sz="1500" b="1"/>
            </a:lvl5pPr>
            <a:lvl6pPr marL="2073201" indent="0">
              <a:buNone/>
              <a:defRPr sz="1500" b="1"/>
            </a:lvl6pPr>
            <a:lvl7pPr marL="2487841" indent="0">
              <a:buNone/>
              <a:defRPr sz="1500" b="1"/>
            </a:lvl7pPr>
            <a:lvl8pPr marL="2902481" indent="0">
              <a:buNone/>
              <a:defRPr sz="1500" b="1"/>
            </a:lvl8pPr>
            <a:lvl9pPr marL="3317121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2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640" indent="0">
              <a:buNone/>
              <a:defRPr sz="1800" b="1"/>
            </a:lvl2pPr>
            <a:lvl3pPr marL="829280" indent="0">
              <a:buNone/>
              <a:defRPr sz="1600" b="1"/>
            </a:lvl3pPr>
            <a:lvl4pPr marL="1243920" indent="0">
              <a:buNone/>
              <a:defRPr sz="1500" b="1"/>
            </a:lvl4pPr>
            <a:lvl5pPr marL="1658560" indent="0">
              <a:buNone/>
              <a:defRPr sz="1500" b="1"/>
            </a:lvl5pPr>
            <a:lvl6pPr marL="2073201" indent="0">
              <a:buNone/>
              <a:defRPr sz="1500" b="1"/>
            </a:lvl6pPr>
            <a:lvl7pPr marL="2487841" indent="0">
              <a:buNone/>
              <a:defRPr sz="1500" b="1"/>
            </a:lvl7pPr>
            <a:lvl8pPr marL="2902481" indent="0">
              <a:buNone/>
              <a:defRPr sz="1500" b="1"/>
            </a:lvl8pPr>
            <a:lvl9pPr marL="3317121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2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0FD25242-C625-E85C-7F5A-BBC0B48B32D5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A1E14B93-0D3E-1B2A-38A2-E3EE568C3C0A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CF9BEAF2-A0CC-F508-DA07-8FBB5B766AA4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A11890-F707-474C-AB85-4A069A847AE0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0476039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52A633D2-6FFB-A7C7-547B-35AC798335AE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E9497A4-D741-786E-4A7D-13075D8891D1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FBA99C8-39C2-5ECF-E44C-DD40128E85C7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98E5C0F-7969-4EA3-AB3C-9C960692D94A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9836774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23C8A285-B613-9BA6-46EF-8F97FAB3C8AE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B1E3404-8072-B2A8-3113-A2C454693128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33945831-6B95-5F72-87FB-DD9FB6768B98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07FB8F1-D66C-4CC3-A793-75A5F81EE41D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1786469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3" y="273631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3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640" indent="0">
              <a:buNone/>
              <a:defRPr sz="1100"/>
            </a:lvl2pPr>
            <a:lvl3pPr marL="829280" indent="0">
              <a:buNone/>
              <a:defRPr sz="900"/>
            </a:lvl3pPr>
            <a:lvl4pPr marL="1243920" indent="0">
              <a:buNone/>
              <a:defRPr sz="800"/>
            </a:lvl4pPr>
            <a:lvl5pPr marL="1658560" indent="0">
              <a:buNone/>
              <a:defRPr sz="800"/>
            </a:lvl5pPr>
            <a:lvl6pPr marL="2073201" indent="0">
              <a:buNone/>
              <a:defRPr sz="800"/>
            </a:lvl6pPr>
            <a:lvl7pPr marL="2487841" indent="0">
              <a:buNone/>
              <a:defRPr sz="800"/>
            </a:lvl7pPr>
            <a:lvl8pPr marL="2902481" indent="0">
              <a:buNone/>
              <a:defRPr sz="800"/>
            </a:lvl8pPr>
            <a:lvl9pPr marL="3317121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0D7E421-843C-B544-AA0E-25DBDF0DA923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492312C6-E5EA-2077-4FC2-808322B72C9B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66E3EC81-BE21-B0F6-84D9-4CE046574929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3ACBF2-9E34-4781-B5E5-306E73E31350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222332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3" y="4800026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3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640" indent="0">
              <a:buNone/>
              <a:defRPr sz="2500"/>
            </a:lvl2pPr>
            <a:lvl3pPr marL="829280" indent="0">
              <a:buNone/>
              <a:defRPr sz="2200"/>
            </a:lvl3pPr>
            <a:lvl4pPr marL="1243920" indent="0">
              <a:buNone/>
              <a:defRPr sz="1800"/>
            </a:lvl4pPr>
            <a:lvl5pPr marL="1658560" indent="0">
              <a:buNone/>
              <a:defRPr sz="1800"/>
            </a:lvl5pPr>
            <a:lvl6pPr marL="2073201" indent="0">
              <a:buNone/>
              <a:defRPr sz="1800"/>
            </a:lvl6pPr>
            <a:lvl7pPr marL="2487841" indent="0">
              <a:buNone/>
              <a:defRPr sz="1800"/>
            </a:lvl7pPr>
            <a:lvl8pPr marL="2902481" indent="0">
              <a:buNone/>
              <a:defRPr sz="1800"/>
            </a:lvl8pPr>
            <a:lvl9pPr marL="3317121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3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640" indent="0">
              <a:buNone/>
              <a:defRPr sz="1100"/>
            </a:lvl2pPr>
            <a:lvl3pPr marL="829280" indent="0">
              <a:buNone/>
              <a:defRPr sz="900"/>
            </a:lvl3pPr>
            <a:lvl4pPr marL="1243920" indent="0">
              <a:buNone/>
              <a:defRPr sz="800"/>
            </a:lvl4pPr>
            <a:lvl5pPr marL="1658560" indent="0">
              <a:buNone/>
              <a:defRPr sz="800"/>
            </a:lvl5pPr>
            <a:lvl6pPr marL="2073201" indent="0">
              <a:buNone/>
              <a:defRPr sz="800"/>
            </a:lvl6pPr>
            <a:lvl7pPr marL="2487841" indent="0">
              <a:buNone/>
              <a:defRPr sz="800"/>
            </a:lvl7pPr>
            <a:lvl8pPr marL="2902481" indent="0">
              <a:buNone/>
              <a:defRPr sz="800"/>
            </a:lvl8pPr>
            <a:lvl9pPr marL="3317121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B299F85-D5E4-7488-1930-B5D5D078B461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61378E33-5E6A-2E14-C006-8CBD992E3906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76C4ACBB-09E3-6E3D-ECF5-6AC31E37612F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697EE2-AF81-4DD1-8453-A6B2478BCD4E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14425208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306037-340D-E789-6205-81F8549E392F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4A3041-8C63-A9C4-2B31-E29930DDC78A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5DDC1-B863-6F8F-6D45-EC3CF6A457A1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5651AAF-6344-429B-9119-6669853EB934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9976066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5306958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5306958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766B55-7CFB-207B-0521-A99B70F359E1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BBD878-CE84-60E4-45A9-76FD32700B6C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CAB1E2-F506-19B4-6CF7-3DF2A2826735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573A4F-6259-47C7-BA00-BABF7AD5BD21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4986918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321" y="3885528"/>
            <a:ext cx="6400800" cy="1752664"/>
          </a:xfrm>
        </p:spPr>
        <p:txBody>
          <a:bodyPr/>
          <a:lstStyle>
            <a:lvl1pPr marL="0" indent="0" algn="ctr">
              <a:buNone/>
              <a:defRPr/>
            </a:lvl1pPr>
            <a:lvl2pPr marL="414597" indent="0" algn="ctr">
              <a:buNone/>
              <a:defRPr/>
            </a:lvl2pPr>
            <a:lvl3pPr marL="829194" indent="0" algn="ctr">
              <a:buNone/>
              <a:defRPr/>
            </a:lvl3pPr>
            <a:lvl4pPr marL="1243791" indent="0" algn="ctr">
              <a:buNone/>
              <a:defRPr/>
            </a:lvl4pPr>
            <a:lvl5pPr marL="1658388" indent="0" algn="ctr">
              <a:buNone/>
              <a:defRPr/>
            </a:lvl5pPr>
            <a:lvl6pPr marL="2072986" indent="0" algn="ctr">
              <a:buNone/>
              <a:defRPr/>
            </a:lvl6pPr>
            <a:lvl7pPr marL="2487583" indent="0" algn="ctr">
              <a:buNone/>
              <a:defRPr/>
            </a:lvl7pPr>
            <a:lvl8pPr marL="2902180" indent="0" algn="ctr">
              <a:buNone/>
              <a:defRPr/>
            </a:lvl8pPr>
            <a:lvl9pPr marL="3316777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591851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6740366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6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597" indent="0">
              <a:buNone/>
              <a:defRPr sz="1600"/>
            </a:lvl2pPr>
            <a:lvl3pPr marL="829194" indent="0">
              <a:buNone/>
              <a:defRPr sz="1500"/>
            </a:lvl3pPr>
            <a:lvl4pPr marL="1243791" indent="0">
              <a:buNone/>
              <a:defRPr sz="1300"/>
            </a:lvl4pPr>
            <a:lvl5pPr marL="1658388" indent="0">
              <a:buNone/>
              <a:defRPr sz="1300"/>
            </a:lvl5pPr>
            <a:lvl6pPr marL="2072986" indent="0">
              <a:buNone/>
              <a:defRPr sz="1300"/>
            </a:lvl6pPr>
            <a:lvl7pPr marL="2487583" indent="0">
              <a:buNone/>
              <a:defRPr sz="1300"/>
            </a:lvl7pPr>
            <a:lvl8pPr marL="2902180" indent="0">
              <a:buNone/>
              <a:defRPr sz="1300"/>
            </a:lvl8pPr>
            <a:lvl9pPr marL="3316777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0039297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4748844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2" y="275073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597" indent="0">
              <a:buNone/>
              <a:defRPr sz="1800" b="1"/>
            </a:lvl2pPr>
            <a:lvl3pPr marL="829194" indent="0">
              <a:buNone/>
              <a:defRPr sz="1600" b="1"/>
            </a:lvl3pPr>
            <a:lvl4pPr marL="1243791" indent="0">
              <a:buNone/>
              <a:defRPr sz="1500" b="1"/>
            </a:lvl4pPr>
            <a:lvl5pPr marL="1658388" indent="0">
              <a:buNone/>
              <a:defRPr sz="1500" b="1"/>
            </a:lvl5pPr>
            <a:lvl6pPr marL="2072986" indent="0">
              <a:buNone/>
              <a:defRPr sz="1500" b="1"/>
            </a:lvl6pPr>
            <a:lvl7pPr marL="2487583" indent="0">
              <a:buNone/>
              <a:defRPr sz="1500" b="1"/>
            </a:lvl7pPr>
            <a:lvl8pPr marL="2902180" indent="0">
              <a:buNone/>
              <a:defRPr sz="1500" b="1"/>
            </a:lvl8pPr>
            <a:lvl9pPr marL="3316777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2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597" indent="0">
              <a:buNone/>
              <a:defRPr sz="1800" b="1"/>
            </a:lvl2pPr>
            <a:lvl3pPr marL="829194" indent="0">
              <a:buNone/>
              <a:defRPr sz="1600" b="1"/>
            </a:lvl3pPr>
            <a:lvl4pPr marL="1243791" indent="0">
              <a:buNone/>
              <a:defRPr sz="1500" b="1"/>
            </a:lvl4pPr>
            <a:lvl5pPr marL="1658388" indent="0">
              <a:buNone/>
              <a:defRPr sz="1500" b="1"/>
            </a:lvl5pPr>
            <a:lvl6pPr marL="2072986" indent="0">
              <a:buNone/>
              <a:defRPr sz="1500" b="1"/>
            </a:lvl6pPr>
            <a:lvl7pPr marL="2487583" indent="0">
              <a:buNone/>
              <a:defRPr sz="1500" b="1"/>
            </a:lvl7pPr>
            <a:lvl8pPr marL="2902180" indent="0">
              <a:buNone/>
              <a:defRPr sz="1500" b="1"/>
            </a:lvl8pPr>
            <a:lvl9pPr marL="3316777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2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64871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9029272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721751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4" y="273632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4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597" indent="0">
              <a:buNone/>
              <a:defRPr sz="1100"/>
            </a:lvl2pPr>
            <a:lvl3pPr marL="829194" indent="0">
              <a:buNone/>
              <a:defRPr sz="900"/>
            </a:lvl3pPr>
            <a:lvl4pPr marL="1243791" indent="0">
              <a:buNone/>
              <a:defRPr sz="800"/>
            </a:lvl4pPr>
            <a:lvl5pPr marL="1658388" indent="0">
              <a:buNone/>
              <a:defRPr sz="800"/>
            </a:lvl5pPr>
            <a:lvl6pPr marL="2072986" indent="0">
              <a:buNone/>
              <a:defRPr sz="800"/>
            </a:lvl6pPr>
            <a:lvl7pPr marL="2487583" indent="0">
              <a:buNone/>
              <a:defRPr sz="800"/>
            </a:lvl7pPr>
            <a:lvl8pPr marL="2902180" indent="0">
              <a:buNone/>
              <a:defRPr sz="800"/>
            </a:lvl8pPr>
            <a:lvl9pPr marL="3316777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4348595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4" y="4800026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4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597" indent="0">
              <a:buNone/>
              <a:defRPr sz="2500"/>
            </a:lvl2pPr>
            <a:lvl3pPr marL="829194" indent="0">
              <a:buNone/>
              <a:defRPr sz="2200"/>
            </a:lvl3pPr>
            <a:lvl4pPr marL="1243791" indent="0">
              <a:buNone/>
              <a:defRPr sz="1800"/>
            </a:lvl4pPr>
            <a:lvl5pPr marL="1658388" indent="0">
              <a:buNone/>
              <a:defRPr sz="1800"/>
            </a:lvl5pPr>
            <a:lvl6pPr marL="2072986" indent="0">
              <a:buNone/>
              <a:defRPr sz="1800"/>
            </a:lvl6pPr>
            <a:lvl7pPr marL="2487583" indent="0">
              <a:buNone/>
              <a:defRPr sz="1800"/>
            </a:lvl7pPr>
            <a:lvl8pPr marL="2902180" indent="0">
              <a:buNone/>
              <a:defRPr sz="1800"/>
            </a:lvl8pPr>
            <a:lvl9pPr marL="3316777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4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597" indent="0">
              <a:buNone/>
              <a:defRPr sz="1100"/>
            </a:lvl2pPr>
            <a:lvl3pPr marL="829194" indent="0">
              <a:buNone/>
              <a:defRPr sz="900"/>
            </a:lvl3pPr>
            <a:lvl4pPr marL="1243791" indent="0">
              <a:buNone/>
              <a:defRPr sz="800"/>
            </a:lvl4pPr>
            <a:lvl5pPr marL="1658388" indent="0">
              <a:buNone/>
              <a:defRPr sz="800"/>
            </a:lvl5pPr>
            <a:lvl6pPr marL="2072986" indent="0">
              <a:buNone/>
              <a:defRPr sz="800"/>
            </a:lvl6pPr>
            <a:lvl7pPr marL="2487583" indent="0">
              <a:buNone/>
              <a:defRPr sz="800"/>
            </a:lvl7pPr>
            <a:lvl8pPr marL="2902180" indent="0">
              <a:buNone/>
              <a:defRPr sz="800"/>
            </a:lvl8pPr>
            <a:lvl9pPr marL="3316777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9578523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510009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5306958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5306958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999822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6481" y="273629"/>
            <a:ext cx="8226720" cy="1143480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49058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3.xml"/><Relationship Id="rId8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48.xml"/><Relationship Id="rId13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>
            <a:extLst>
              <a:ext uri="{FF2B5EF4-FFF2-40B4-BE49-F238E27FC236}">
                <a16:creationId xmlns:a16="http://schemas.microsoft.com/office/drawing/2014/main" id="{9EEE02C1-38B5-6AD4-1E17-F163ADB999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86525"/>
            <a:ext cx="9144000" cy="28098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none" lIns="82945" tIns="41473" rIns="82945" bIns="41473" anchor="ctr"/>
          <a:lstStyle>
            <a:lvl1pPr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defRPr/>
            </a:pPr>
            <a:endParaRPr lang="pt-PT" altLang="pt-BR"/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50825FAC-711B-2E7D-91A1-67FF1C10AD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9388" y="115888"/>
            <a:ext cx="7993062" cy="1144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pt-BR"/>
              <a:t>Click to edit the title text format</a:t>
            </a: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3A14B607-2E1F-FE2A-C742-EC6173285B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412875"/>
            <a:ext cx="8856662" cy="4968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pt-PT" altLang="pt-BR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186868A6-28CC-7C5B-E447-AB9ECC5419B9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7713663" y="6527800"/>
            <a:ext cx="971550" cy="1666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14338" algn="l"/>
                <a:tab pos="828675" algn="l"/>
              </a:tabLst>
              <a:defRPr sz="1300">
                <a:solidFill>
                  <a:srgbClr val="FFFFFF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687CDB09-0E85-4972-8FAC-DC81DCD23BA0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  <p:sp>
        <p:nvSpPr>
          <p:cNvPr id="1030" name="Text Box 6">
            <a:extLst>
              <a:ext uri="{FF2B5EF4-FFF2-40B4-BE49-F238E27FC236}">
                <a16:creationId xmlns:a16="http://schemas.microsoft.com/office/drawing/2014/main" id="{E099E2CF-FE14-029A-D123-48DA6A45D9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527800"/>
            <a:ext cx="7132638" cy="166688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12903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>
              <a:lnSpc>
                <a:spcPct val="92000"/>
              </a:lnSpc>
              <a:defRPr/>
            </a:pPr>
            <a:endParaRPr lang="en-US" sz="1300">
              <a:solidFill>
                <a:srgbClr val="FFFFFF"/>
              </a:solidFill>
              <a:latin typeface="Times New Roman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F946406E-EF7C-8207-B360-FA88045DB8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499225"/>
            <a:ext cx="5356225" cy="230188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 anchor="ctr"/>
          <a:lstStyle>
            <a:lvl1pPr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2000"/>
              </a:lnSpc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pPr>
            <a:r>
              <a:rPr lang="en-US" altLang="pt-BR" sz="1400" dirty="0">
                <a:solidFill>
                  <a:srgbClr val="FFFFFF"/>
                </a:solidFill>
                <a:latin typeface="Times New Roman" panose="02020603050405020304" pitchFamily="18" charset="0"/>
              </a:rPr>
              <a:t>IFBA  – João Guedes de Brito </a:t>
            </a:r>
            <a:r>
              <a:rPr lang="mr-IN" altLang="pt-BR" sz="1400" dirty="0">
                <a:solidFill>
                  <a:srgbClr val="FFFFFF"/>
                </a:solidFill>
                <a:latin typeface="Times New Roman" panose="02020603050405020304" pitchFamily="18" charset="0"/>
              </a:rPr>
              <a:t>–</a:t>
            </a:r>
            <a:r>
              <a:rPr lang="en-US" altLang="pt-BR" sz="1400" dirty="0">
                <a:solidFill>
                  <a:srgbClr val="FFFFFF"/>
                </a:solidFill>
                <a:latin typeface="Times New Roman" panose="02020603050405020304" pitchFamily="18" charset="0"/>
              </a:rPr>
              <a:t> joaoguedesdebrito@gmail.com</a:t>
            </a:r>
          </a:p>
        </p:txBody>
      </p:sp>
      <p:pic>
        <p:nvPicPr>
          <p:cNvPr id="1032" name="Picture 1">
            <a:extLst>
              <a:ext uri="{FF2B5EF4-FFF2-40B4-BE49-F238E27FC236}">
                <a16:creationId xmlns:a16="http://schemas.microsoft.com/office/drawing/2014/main" id="{EE19AE9B-8A22-34A8-FB6E-46484485B898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888" y="188913"/>
            <a:ext cx="822325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633" r:id="rId1"/>
    <p:sldLayoutId id="2147485587" r:id="rId2"/>
    <p:sldLayoutId id="2147485588" r:id="rId3"/>
    <p:sldLayoutId id="2147485589" r:id="rId4"/>
    <p:sldLayoutId id="2147485590" r:id="rId5"/>
    <p:sldLayoutId id="2147485591" r:id="rId6"/>
    <p:sldLayoutId id="2147485592" r:id="rId7"/>
    <p:sldLayoutId id="2147485593" r:id="rId8"/>
    <p:sldLayoutId id="2147485594" r:id="rId9"/>
    <p:sldLayoutId id="2147485595" r:id="rId10"/>
    <p:sldLayoutId id="2147485596" r:id="rId11"/>
    <p:sldLayoutId id="2147485634" r:id="rId12"/>
    <p:sldLayoutId id="2147485597" r:id="rId13"/>
    <p:sldLayoutId id="2147485598" r:id="rId14"/>
  </p:sldLayoutIdLst>
  <p:hf hdr="0" ftr="0" dt="0"/>
  <p:txStyles>
    <p:titleStyle>
      <a:lvl1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2pPr>
      <a:lvl3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3pPr>
      <a:lvl4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4pPr>
      <a:lvl5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5pPr>
      <a:lvl6pPr marL="2280994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6pPr>
      <a:lvl7pPr marL="2695720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7pPr>
      <a:lvl8pPr marL="3110446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8pPr>
      <a:lvl9pPr marL="3525172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9pPr>
    </p:titleStyle>
    <p:bodyStyle>
      <a:lvl1pPr marL="414338" indent="-414338" algn="l" defTabSz="414338" rtl="0" eaLnBrk="0" fontAlgn="base" hangingPunct="0">
        <a:lnSpc>
          <a:spcPct val="111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Arial" panose="020B0604020202020204" pitchFamily="34" charset="0"/>
        <a:buChar char="•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782638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122363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536700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968500" indent="-309563" algn="l" defTabSz="414338" rtl="0" eaLnBrk="0" fontAlgn="base" hangingPunct="0">
        <a:lnSpc>
          <a:spcPct val="111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Arial" panose="020B0604020202020204" pitchFamily="34" charset="0"/>
        <a:buChar char="•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994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720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10446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5172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726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452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4178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904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631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8357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3083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809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Espaço Reservado para Título 1">
            <a:extLst>
              <a:ext uri="{FF2B5EF4-FFF2-40B4-BE49-F238E27FC236}">
                <a16:creationId xmlns:a16="http://schemas.microsoft.com/office/drawing/2014/main" id="{542B066D-51C1-F6F0-C14E-91DED04987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8650" y="365125"/>
            <a:ext cx="78867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2051" name="Espaço Reservado para Texto 2">
            <a:extLst>
              <a:ext uri="{FF2B5EF4-FFF2-40B4-BE49-F238E27FC236}">
                <a16:creationId xmlns:a16="http://schemas.microsoft.com/office/drawing/2014/main" id="{86B62074-90E9-61CF-8FAE-0A429012188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CD4A90E-B809-80A8-8FA5-8E854AAC97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B9229050-1D75-4337-9F98-D51D17B0B3B7}" type="datetimeFigureOut">
              <a:rPr lang="pt-BR"/>
              <a:pPr>
                <a:defRPr/>
              </a:pPr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34FF9DA-6199-3753-6EAC-DBFE1BA43C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641F6B2-23B2-7AD1-8F21-E1C3FE8C6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9A5EAF20-816E-42E3-82A1-B00F5444F33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599" r:id="rId1"/>
    <p:sldLayoutId id="2147485600" r:id="rId2"/>
    <p:sldLayoutId id="2147485601" r:id="rId3"/>
    <p:sldLayoutId id="2147485602" r:id="rId4"/>
    <p:sldLayoutId id="2147485603" r:id="rId5"/>
    <p:sldLayoutId id="2147485604" r:id="rId6"/>
    <p:sldLayoutId id="2147485605" r:id="rId7"/>
    <p:sldLayoutId id="2147485606" r:id="rId8"/>
    <p:sldLayoutId id="2147485607" r:id="rId9"/>
    <p:sldLayoutId id="2147485608" r:id="rId10"/>
    <p:sldLayoutId id="2147485609" r:id="rId11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panose="020B000402020202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panose="020B000402020202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panose="020B000402020202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panose="020B000402020202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panose="020B000402020202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panose="020B000402020202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panose="020B000402020202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panose="020B000402020202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>
            <a:extLst>
              <a:ext uri="{FF2B5EF4-FFF2-40B4-BE49-F238E27FC236}">
                <a16:creationId xmlns:a16="http://schemas.microsoft.com/office/drawing/2014/main" id="{9200DE76-B0A3-FAB7-54D3-1D1A88DCF9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6425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pt-BR"/>
              <a:t>Click to edit the title text format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AF6ABC05-67FE-851B-0154-0213E51F16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6425" cy="397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25802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pt-BR"/>
              <a:t>Click to edit the outline text format</a:t>
            </a:r>
          </a:p>
          <a:p>
            <a:pPr lvl="1"/>
            <a:r>
              <a:rPr lang="en-GB" altLang="pt-BR"/>
              <a:t>Second Outline Level</a:t>
            </a:r>
          </a:p>
          <a:p>
            <a:pPr lvl="2"/>
            <a:r>
              <a:rPr lang="en-GB" altLang="pt-BR"/>
              <a:t>Third Outline Level</a:t>
            </a:r>
          </a:p>
          <a:p>
            <a:pPr lvl="3"/>
            <a:r>
              <a:rPr lang="en-GB" altLang="pt-BR"/>
              <a:t>Fourth Outline Level</a:t>
            </a:r>
          </a:p>
          <a:p>
            <a:pPr lvl="4"/>
            <a:r>
              <a:rPr lang="en-GB" altLang="pt-BR"/>
              <a:t>Fifth Outline Level</a:t>
            </a:r>
          </a:p>
          <a:p>
            <a:pPr lvl="4"/>
            <a:r>
              <a:rPr lang="en-GB" altLang="pt-BR"/>
              <a:t>Sixth Outline Level</a:t>
            </a:r>
          </a:p>
          <a:p>
            <a:pPr lvl="4"/>
            <a:r>
              <a:rPr lang="en-GB" altLang="pt-BR"/>
              <a:t>Seventh Outline Level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04330224-37F2-6993-DA4A-42CD75CD5836}"/>
              </a:ext>
            </a:extLst>
          </p:cNvPr>
          <p:cNvSpPr>
            <a:spLocks noGrp="1" noChangeArrowheads="1"/>
          </p:cNvSpPr>
          <p:nvPr>
            <p:ph type="dt"/>
          </p:nvPr>
        </p:nvSpPr>
        <p:spPr bwMode="auto">
          <a:xfrm>
            <a:off x="457200" y="6246813"/>
            <a:ext cx="2127250" cy="4714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14683" algn="l"/>
                <a:tab pos="829366" algn="l"/>
                <a:tab pos="1244049" algn="l"/>
                <a:tab pos="1658732" algn="l"/>
                <a:tab pos="2073416" algn="l"/>
              </a:tabLst>
              <a:defRPr sz="1300">
                <a:solidFill>
                  <a:srgbClr val="000000"/>
                </a:solidFill>
                <a:latin typeface="Times New Roman" charset="0"/>
                <a:ea typeface="ＭＳ Ｐゴシック" charset="0"/>
                <a:cs typeface="DejaVu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94715055-84ED-69E6-E9CD-64B252D2D4BD}"/>
              </a:ext>
            </a:extLst>
          </p:cNvPr>
          <p:cNvSpPr>
            <a:spLocks noGrp="1" noChangeArrowheads="1"/>
          </p:cNvSpPr>
          <p:nvPr>
            <p:ph type="ftr"/>
          </p:nvPr>
        </p:nvSpPr>
        <p:spPr bwMode="auto">
          <a:xfrm>
            <a:off x="3127375" y="6246813"/>
            <a:ext cx="2897188" cy="4714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92000"/>
              </a:lnSpc>
              <a:tabLst>
                <a:tab pos="414683" algn="l"/>
                <a:tab pos="829366" algn="l"/>
                <a:tab pos="1244049" algn="l"/>
                <a:tab pos="1658732" algn="l"/>
                <a:tab pos="2073416" algn="l"/>
                <a:tab pos="2488099" algn="l"/>
              </a:tabLst>
              <a:defRPr sz="1300">
                <a:solidFill>
                  <a:srgbClr val="000000"/>
                </a:solidFill>
                <a:latin typeface="Times New Roman" charset="0"/>
                <a:ea typeface="ＭＳ Ｐゴシック" charset="0"/>
                <a:cs typeface="DejaVu Sans" charset="0"/>
              </a:defRPr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972EA6CD-C686-07C9-B527-18EB2AC7B1B4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6556375" y="6246813"/>
            <a:ext cx="2128838" cy="4714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14338" algn="l"/>
                <a:tab pos="828675" algn="l"/>
                <a:tab pos="1243013" algn="l"/>
                <a:tab pos="1657350" algn="l"/>
                <a:tab pos="2073275" algn="l"/>
              </a:tabLst>
              <a:defRPr sz="13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949DEA35-FEDE-49CA-B4B4-82847F5AAD3C}" type="slidenum">
              <a:rPr lang="en-US" altLang="pt-BR"/>
              <a:pPr>
                <a:defRPr/>
              </a:pPr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610" r:id="rId1"/>
    <p:sldLayoutId id="2147485611" r:id="rId2"/>
    <p:sldLayoutId id="2147485612" r:id="rId3"/>
    <p:sldLayoutId id="2147485613" r:id="rId4"/>
    <p:sldLayoutId id="2147485614" r:id="rId5"/>
    <p:sldLayoutId id="2147485615" r:id="rId6"/>
    <p:sldLayoutId id="2147485616" r:id="rId7"/>
    <p:sldLayoutId id="2147485617" r:id="rId8"/>
    <p:sldLayoutId id="2147485618" r:id="rId9"/>
    <p:sldLayoutId id="2147485619" r:id="rId10"/>
    <p:sldLayoutId id="2147485620" r:id="rId11"/>
  </p:sldLayoutIdLst>
  <p:hf hdr="0" dt="0"/>
  <p:txStyles>
    <p:titleStyle>
      <a:lvl1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2pPr>
      <a:lvl3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3pPr>
      <a:lvl4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4pPr>
      <a:lvl5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5pPr>
      <a:lvl6pPr marL="2280758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6pPr>
      <a:lvl7pPr marL="2695440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7pPr>
      <a:lvl8pPr marL="3110124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8pPr>
      <a:lvl9pPr marL="3524806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9pPr>
    </p:titleStyle>
    <p:bodyStyle>
      <a:lvl1pPr marL="309563" indent="-309563" algn="l" defTabSz="414338" rtl="0" eaLnBrk="0" fontAlgn="base" hangingPunct="0">
        <a:lnSpc>
          <a:spcPct val="93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673100" indent="-258763" algn="l" defTabSz="414338" rtl="0" eaLnBrk="0" fontAlgn="base" hangingPunct="0">
        <a:lnSpc>
          <a:spcPct val="93000"/>
        </a:lnSpc>
        <a:spcBef>
          <a:spcPts val="103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036638" indent="-206375" algn="l" defTabSz="414338" rtl="0" eaLnBrk="0" fontAlgn="base" hangingPunct="0">
        <a:lnSpc>
          <a:spcPct val="93000"/>
        </a:lnSpc>
        <a:spcBef>
          <a:spcPts val="7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450975" indent="-206375" algn="l" defTabSz="414338" rtl="0" eaLnBrk="0" fontAlgn="base" hangingPunct="0">
        <a:lnSpc>
          <a:spcPct val="93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865313" indent="-206375" algn="l" defTabSz="414338" rtl="0" eaLnBrk="0" fontAlgn="base" hangingPunct="0">
        <a:lnSpc>
          <a:spcPct val="93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758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440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10124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4806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683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366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4049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732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416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8099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2782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465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">
            <a:extLst>
              <a:ext uri="{FF2B5EF4-FFF2-40B4-BE49-F238E27FC236}">
                <a16:creationId xmlns:a16="http://schemas.microsoft.com/office/drawing/2014/main" id="{575A7AB2-4E85-84D5-3F6A-64B23D55579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6425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pt-BR"/>
              <a:t>Click to edit the title text format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70153DDD-0400-8B0A-EBA1-F924B5BA74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6425" cy="397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2580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pt-BR"/>
              <a:t>Click to edit the outline text format</a:t>
            </a:r>
          </a:p>
          <a:p>
            <a:pPr lvl="1"/>
            <a:r>
              <a:rPr lang="en-GB" altLang="pt-BR"/>
              <a:t>Second Outline Level</a:t>
            </a:r>
          </a:p>
          <a:p>
            <a:pPr lvl="2"/>
            <a:r>
              <a:rPr lang="en-GB" altLang="pt-BR"/>
              <a:t>Third Outline Level</a:t>
            </a:r>
          </a:p>
          <a:p>
            <a:pPr lvl="3"/>
            <a:r>
              <a:rPr lang="en-GB" altLang="pt-BR"/>
              <a:t>Fourth Outline Level</a:t>
            </a:r>
          </a:p>
          <a:p>
            <a:pPr lvl="4"/>
            <a:r>
              <a:rPr lang="en-GB" altLang="pt-BR"/>
              <a:t>Fifth Outline Level</a:t>
            </a:r>
          </a:p>
          <a:p>
            <a:pPr lvl="4"/>
            <a:r>
              <a:rPr lang="en-GB" altLang="pt-BR"/>
              <a:t>Sixth Outline Level</a:t>
            </a:r>
          </a:p>
          <a:p>
            <a:pPr lvl="4"/>
            <a:r>
              <a:rPr lang="en-GB" altLang="pt-BR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621" r:id="rId1"/>
    <p:sldLayoutId id="2147485622" r:id="rId2"/>
    <p:sldLayoutId id="2147485623" r:id="rId3"/>
    <p:sldLayoutId id="2147485624" r:id="rId4"/>
    <p:sldLayoutId id="2147485625" r:id="rId5"/>
    <p:sldLayoutId id="2147485626" r:id="rId6"/>
    <p:sldLayoutId id="2147485627" r:id="rId7"/>
    <p:sldLayoutId id="2147485628" r:id="rId8"/>
    <p:sldLayoutId id="2147485629" r:id="rId9"/>
    <p:sldLayoutId id="2147485630" r:id="rId10"/>
    <p:sldLayoutId id="2147485631" r:id="rId11"/>
    <p:sldLayoutId id="2147485632" r:id="rId12"/>
  </p:sldLayoutIdLst>
  <p:hf hdr="0" dt="0"/>
  <p:txStyles>
    <p:titleStyle>
      <a:lvl1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2pPr>
      <a:lvl3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3pPr>
      <a:lvl4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4pPr>
      <a:lvl5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5pPr>
      <a:lvl6pPr marL="2280522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6pPr>
      <a:lvl7pPr marL="2695161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7pPr>
      <a:lvl8pPr marL="3109802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8pPr>
      <a:lvl9pPr marL="3524441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9pPr>
    </p:titleStyle>
    <p:bodyStyle>
      <a:lvl1pPr marL="309563" indent="-309563" algn="l" defTabSz="414338" rtl="0" eaLnBrk="0" fontAlgn="base" hangingPunct="0">
        <a:lnSpc>
          <a:spcPct val="93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673100" indent="-258763" algn="l" defTabSz="414338" rtl="0" eaLnBrk="0" fontAlgn="base" hangingPunct="0">
        <a:lnSpc>
          <a:spcPct val="93000"/>
        </a:lnSpc>
        <a:spcBef>
          <a:spcPts val="103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035050" indent="-206375" algn="l" defTabSz="414338" rtl="0" eaLnBrk="0" fontAlgn="base" hangingPunct="0">
        <a:lnSpc>
          <a:spcPct val="93000"/>
        </a:lnSpc>
        <a:spcBef>
          <a:spcPts val="7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450975" indent="-206375" algn="l" defTabSz="414338" rtl="0" eaLnBrk="0" fontAlgn="base" hangingPunct="0">
        <a:lnSpc>
          <a:spcPct val="93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865313" indent="-206375" algn="l" defTabSz="414338" rtl="0" eaLnBrk="0" fontAlgn="base" hangingPunct="0">
        <a:lnSpc>
          <a:spcPct val="93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522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161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09802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4441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64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28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392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56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20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784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248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12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-if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37760" cy="97840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468880"/>
            <a:ext cx="82936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Calibri"/>
              </a:defRPr>
            </a:pPr>
            <a:r>
              <a:t>Trabalhos Relacionados e Estado da Arte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829360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Autenticação Adaptativa com Inteligência Artificial,</a:t>
            </a:r>
            <a:br/>
            <a:r>
              <a:t>Biometria Comportamental e Blockchain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63440"/>
            <a:ext cx="8293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João Guedes de Brito | Mestrando | joaoguedesdebrito@gmail.com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8293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Orientador: Prof. Cleber Jorge Lira de Santana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Abril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40817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417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Contexto e Objetivo da Revisão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11680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4825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574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600" b="0">
                <a:solidFill>
                  <a:srgbClr val="333333"/>
                </a:solidFill>
                <a:latin typeface="Calibri"/>
              </a:defRPr>
            </a:pPr>
            <a:r>
              <a:t>Quadro Comparativo Geral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8833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697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600" b="0">
                <a:solidFill>
                  <a:srgbClr val="333333"/>
                </a:solidFill>
                <a:latin typeface="Calibri"/>
              </a:defRPr>
            </a:pPr>
            <a:r>
              <a:t>Pesquisa no INPI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91839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328415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337559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Trabalhos Acadêmicos (12 estudos)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931920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96849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9776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Soluções da Indústria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72000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60857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6177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Síntese Comparativa e Diferenciais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212079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248655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257799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Lacunas Identificadas na Literatura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Contexto e Objetivo da Revisão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333333"/>
                </a:solidFill>
                <a:latin typeface="Calibri"/>
              </a:defRPr>
            </a:pPr>
            <a:r>
              <a:t>O sistema proposto integra múltiplas tecnologias em uma plataforma única de autenticação inteligente. Esta revisão identifica e compara trabalhos da literatura acadêmica e da indústria que abordam, de forma isolada ou parcial, os mesmos eixos temáticos.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77440"/>
            <a:ext cx="2651760" cy="347472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45059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300" b="1">
                <a:solidFill>
                  <a:srgbClr val="2F9E41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761488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Isolation Forest (40%)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Random Forest (30%)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Deep Learning (30%)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Score unificado 0.0-1.0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377440"/>
            <a:ext cx="2651760" cy="347472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245059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300" b="1">
                <a:solidFill>
                  <a:srgbClr val="2F9E41"/>
                </a:solidFill>
                <a:latin typeface="Calibri"/>
              </a:defRPr>
            </a:pPr>
            <a:r>
              <a:t>Biometria e Contexto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761488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Dinâmica de digitação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Geolocalização por IP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Análise de sessão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Deriva comportamental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377440"/>
            <a:ext cx="2651760" cy="347472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45059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300" b="1">
                <a:solidFill>
                  <a:srgbClr val="2F9E41"/>
                </a:solidFill>
                <a:latin typeface="Calibri"/>
              </a:defRPr>
            </a:pPr>
            <a:r>
              <a:t>Blockchain e XAI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Hyperledger Fabric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Ethereum (Web3j)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Auditoria imutável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Explicabilidade via SHAP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Quadro Comparativo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Trabalhos Acadêmicos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" y="1280160"/>
          <a:ext cx="87782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0080"/>
                <a:gridCol w="2194560"/>
                <a:gridCol w="1920240"/>
                <a:gridCol w="1645920"/>
              </a:tblGrid>
              <a:tr h="60579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Trabalho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Objetivo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Métricas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Adaptive Biometric Auth. Systems (ScienceDirect)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Mapear estado da arte em autenticação biométrica adaptativa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Revisão de 80+ trabalhos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FAR, FRR, 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AI-Driven Adaptive Auth. (ESRG)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Reduzir FAR/FRR com ML multimodal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Testes com biometria multimodal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FAR -27%, FRR -35%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Continuous Smartphone Auth. (MDPI)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Autenticação contínua em dispositivos móveis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Pipeline CNN+LSTM+GRU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Acurácia, EER,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Keystroke Dynamics (Springer)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Autenticação por padrões de digitação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KNN, RF, LGBM em texto fixo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EER 2.67%-6.61%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Blockchain Audit Trail (MDPI)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Auditoria imutável com blockchain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Smart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Throughput, latência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Harpocrates (Virginia Tech)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Logs imutáveis com privacidade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Hyperledger Fabric em EC2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Latência, overhead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IAM + Hyperledger + OAuth (ScienceDirect)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IAM com blockchain para saúde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Protótipo Hyperledger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Escalabilidade, segurança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Quadro Comparativo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Trabalhos Acadêmicos (2/2) + Indústria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" y="1280160"/>
          <a:ext cx="87782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0080"/>
                <a:gridCol w="2194560"/>
                <a:gridCol w="1920240"/>
                <a:gridCol w="1645920"/>
              </a:tblGrid>
              <a:tr h="60579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Trabalho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Objetivo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Métricas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Risk-Based Auth. com ML (IEEE)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Classificar logins por nível de risco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Modelos ML para scoring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Acurácia, precisão,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Trust Engine Behavioral (IJETCSIT)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Score de confiança dinâmico passwordless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Avaliação em móveis/wearables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TAR&gt;90%, FAR&lt;5%, EER~6.5%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Continuous Auth. Zero Trust (ResearchGate)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Decisões adaptativas com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Framework com Reinforcement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Redução falsos positivos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XAI para IDS (Frontiers in AI)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Explicabilidade em sistemas de segurança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Análise SHAP/LIME em IDS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Interpretabilidade, fidelidade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Adaptive Security + Drift (Al-Qadisiyah)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Detecção de deriva comportamental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LSTM+Autoencoder+KL-divergence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Acurácia de detecção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IBM Trusteer (Indústria)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2016+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Prevenção de fraude com biometria 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Produção em inst. financeiras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Proprietário (não publicado)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BioCatch (Indústria)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Biometria comportamental cognitiva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Produção em bancos/fintechs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Proprietário (não publicado)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Pesquisa no INPI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Instituto Nacional da Propriedade Industrial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023360" cy="210312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300" b="1">
                <a:solidFill>
                  <a:srgbClr val="2F9E41"/>
                </a:solidFill>
                <a:latin typeface="Calibri"/>
              </a:defRPr>
            </a:pPr>
            <a:r>
              <a:t>Resultados da Busca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47 pedidos de patentes relacionados a blockchain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Nenhum combinando todos os elementos da proposta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Sem registros de biometria comportamental + ML + blockchain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Termos: autenticação adaptativa, login inteligente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371600"/>
            <a:ext cx="4206240" cy="210312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4173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300" b="1">
                <a:solidFill>
                  <a:srgbClr val="2F9E41"/>
                </a:solidFill>
                <a:latin typeface="Calibri"/>
              </a:defRPr>
            </a:pPr>
            <a:r>
              <a:t>Diretrizes de IA no INPI (Ago/2025)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73736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Consulta pública sobre patentes de IA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Categorias: modelos de IA, invenções baseadas em IA, invenções assistidas por IA</a:t>
            </a:r>
          </a:p>
          <a:p>
            <a:pPr algn="just"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• Amadurecimento regulatório para proteção futura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3749039"/>
            <a:ext cx="8503920" cy="228600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300" b="1">
                <a:solidFill>
                  <a:srgbClr val="2F9E41"/>
                </a:solidFill>
                <a:latin typeface="Calibri"/>
              </a:defRPr>
            </a:pPr>
            <a:r>
              <a:t>Relação com a Proposta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1605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 ausência de patentes no INPI que integrem autenticação adaptativa com ML, biometria comportamental, blockchain e explicabilidade de IA evidencia o caráter inovador da proposta. O sistema se posiciona em uma lacuna de propriedade intelectual no cenário brasileiro, combinando elementos que, individualmente, já possuem registro, mas que em conjunto representam uma contribuição original.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Adaptive Biometric Authentication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ScienceDirect, 2023 – Revisão Sistemática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280160"/>
            <a:ext cx="8686800" cy="201168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Descrição do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645920"/>
            <a:ext cx="8412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Revisão sistemática que analisa mais de 80 trabalhos sobre sistemas de autenticação biométrica adaptativos. Mapeia como esses sistemas ajustam dinamicamente seus processos de amostragem e reconhecimento em resposta a mudanças no ambiente operacional. Identifica desafios críticos como ameaças à privacidade, spoofing e acessibilidade.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3520440"/>
            <a:ext cx="8686800" cy="25603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5661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Comparação com a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886200"/>
            <a:ext cx="8412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 sistema proposto implementa concretamente uma solução adaptativa com ensemble de ML (Isolation Forest + Random Forest + Deep Learning), MFA condicional baseado em risco, e detecção de deriva comportamental. Adiciona blockchain e explicabilidade de IA — elementos não cobertos na revisão.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AI-Driven Adaptive Auth. for Multi-Modal Biometrics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ESRG Journal,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280160"/>
            <a:ext cx="8686800" cy="201168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Descrição do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645920"/>
            <a:ext cx="8412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Framework com ML para ajuste dinâmico de parâmetros de autenticação baseado em dados contextuais e comportamentais. Resultados: redução de 27% na FAR e 35% na FRR comparado a métodos estáticos tradicionais. Utiliza biometria multimodal para perfis adaptativos.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3520440"/>
            <a:ext cx="8686800" cy="25603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5661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Comparação com a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886200"/>
            <a:ext cx="8412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 proposta compartilha o princípio de ajuste dinâmico, mas implementa ensemble de 3 algoritmos com pesos configuráveis (IF 40%, RF 30%, DL 30%) e regras de decisão escalonadas em 4 níveis (permitir, MFA, MFA+alerta, bloquear). Integra blockchain para registro imutável de cada decisão.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Continuous Smartphone Auth. + Keystroke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MDPI 2026 / Springer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280160"/>
            <a:ext cx="8686800" cy="201168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Descrição do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645920"/>
            <a:ext cx="8412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 trabalho da MDPI utiliza pipeline de CNN+LSTM+GRU para autenticação contínua em móveis. O da Springer aplica KNN, RF e LGBM para keystroke dynamics, alcançando EER de 2.67% a 6.61%. Ambos demonstram a eficácia de ensembles e biometria comportamental.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3520440"/>
            <a:ext cx="8686800" cy="25603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5661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Comparação com a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886200"/>
            <a:ext cx="8412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 sistema proposto integra dinâmica de digitação como uma das 14 features do ensemble (não isoladamente), combinando com geolocalização, padrão de sessão e contexto. Adiciona explicabilidade SHAP e score persistente em blockchain — aspectos não abordados nos trabalhos comparados.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Blockchain Audit Trail + Harpocrates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MDPI 2021 / Virginia Tech 2022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280160"/>
            <a:ext cx="8686800" cy="201168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Descrição do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645920"/>
            <a:ext cx="8412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 MDPI propõe mecanismo genérico de audit trail com smart contracts. Harpocrates implementa logs imutáveis com preservação de privacidade sobre Hyperledger Fabric em Amazon EC2, combinando técnicas criptográficas com imutabilidade blockchain.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3520440"/>
            <a:ext cx="8686800" cy="25603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5661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Comparação com a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886200"/>
            <a:ext cx="8412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 sistema proposto registra especificamente eventos de autenticação (hash, tipo de evento, ID hasheado SHA-3, IP, score, decisão, timestamp) em blockchain dual (Hyperledger Fabric + Ethereum). Opera em modo simulação para dev e redes reais em produção — flexibilidade não presente nos comparados.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IAM Hyperledger + OAuth 2.0 / Risk-Based Auth.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ScienceDirect 2023 / IEEE 2018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280160"/>
            <a:ext cx="8686800" cy="201168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Descrição do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645920"/>
            <a:ext cx="8412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 trabalho ScienceDirect combina Hyperledger Fabric com OAuth 2.0 para IAM no setor de saúde. O IEEE (2018) é um trabalho pioneiro de autenticação baseada em risco com ML, classificando logins por nível de risco com features contextuais básicas.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3520440"/>
            <a:ext cx="8686800" cy="25603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5661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Comparação com a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886200"/>
            <a:ext cx="8412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 sistema proposto substitui autenticação estática (OAuth) por score dinâmico de IA, com 4 níveis de resposta em vez de decisão binária. Expande o trabalho de 2018 com ensemble de 3 algoritmos, 14 features, biometria comportamental, blockchain e explicabilidade.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Trust Engine + Zero Trust + XAI + Drift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IJETCSIT 2024 / ResearchGate 2025 / Frontiers 2025 / Al-Qadisiyah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280160"/>
            <a:ext cx="8686800" cy="201168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Descrição do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645920"/>
            <a:ext cx="8412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Trust Engine: score dinâmico passwordless com TAR&gt;90% e FAR&lt;5%. Zero Trust: RL para enforcement adaptativo. XAI: revisão de SHAP/LIME para IDS. Drift Detection: LSTM+Autoencoder com KL-divergence para detectar mudanças de comportamento.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3520440"/>
            <a:ext cx="8686800" cy="25603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5661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1">
                <a:solidFill>
                  <a:srgbClr val="2F9E41"/>
                </a:solidFill>
                <a:latin typeface="Calibri"/>
              </a:defRPr>
            </a:pPr>
            <a:r>
              <a:t>Comparação com a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886200"/>
            <a:ext cx="8412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 sistema proposto integra TODOS esses elementos em uma única plataforma: score de confiança (como Trust Engine), decisões adaptativas (como Zero Trust), explicabilidade SHAP (como XAI), e detecção de deriva (como Drift Detection) — com o diferencial de registro imutável em blockchain de cada decisão e explicação.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Soluções da Indústria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IBM Trusteer e BioCatch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280160"/>
            <a:ext cx="4206240" cy="475488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1">
                <a:solidFill>
                  <a:srgbClr val="2F9E41"/>
                </a:solidFill>
                <a:latin typeface="Calibri"/>
              </a:defRPr>
            </a:pPr>
            <a:r>
              <a:t>IBM Security Trusteer (2016+)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6916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Suíte de prevenção de fraude com IA, biometria comportamental e inteligência global. Analisa sinais de identidade digital e informações de dispositivo. Utilizado por centenas de instituições financeiras.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017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 b="1">
                <a:solidFill>
                  <a:srgbClr val="2F9E41"/>
                </a:solidFill>
                <a:latin typeface="Calibri"/>
              </a:defRPr>
            </a:pPr>
            <a:r>
              <a:t>vs. Proposta: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29184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Trusteer é proprietário/black-box. A proposta oferece: explicabilidade SHAP, blockchain para auditoria, arquitetura aberta e reprodutível, métricas e decisões transparentes.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280160"/>
            <a:ext cx="4206240" cy="475488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3258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1">
                <a:solidFill>
                  <a:srgbClr val="2F9E41"/>
                </a:solidFill>
                <a:latin typeface="Calibri"/>
              </a:defRPr>
            </a:pPr>
            <a:r>
              <a:t>BioCatch (2011+)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6916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 b="0">
                <a:solidFill>
                  <a:srgbClr val="333333"/>
                </a:solidFill>
                <a:latin typeface="Calibri"/>
              </a:defRPr>
            </a:pPr>
            <a:r>
              <a:t>Biometria comportamental cognitiva e física para prevenção de fraude. Analisa interações humano-dispositivo com IA. Diferencia usuários legítimos de fraudadores. Adotado por bancos globais.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017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 b="1">
                <a:solidFill>
                  <a:srgbClr val="2F9E41"/>
                </a:solidFill>
                <a:latin typeface="Calibri"/>
              </a:defRPr>
            </a:pPr>
            <a:r>
              <a:t>vs. Proposta: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29184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 b="0">
                <a:solidFill>
                  <a:srgbClr val="333333"/>
                </a:solidFill>
                <a:latin typeface="Calibri"/>
              </a:defRPr>
            </a:pPr>
            <a:r>
              <a:t>BioCatch é SaaS proprietário para fraude financeira. A proposta é voltada para autenticação web geral, com ensemble explícito de 3 algoritmos, blockchain dual, explicabilidade SHAP e detecção de deriva.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Síntese Comparativa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Diferenciais exclusivos da proposta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" y="1280160"/>
          <a:ext cx="87782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920240"/>
                <a:gridCol w="1920240"/>
              </a:tblGrid>
              <a:tr h="4846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Característica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Proposta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Literatura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Indústria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Ensemble de 3 algoritmos (IF+RF+DL) com pesos configuráveis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F9E41"/>
                          </a:solidFill>
                          <a:latin typeface="Calibr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Parcial (1-2 modelos)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Não divulgado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Score de confiança com 4 níveis de decisão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F9E41"/>
                          </a:solidFill>
                          <a:latin typeface="Calibr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Binário ou ternário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Não divulgado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Blockchain dual (Hyperledger Fabric + Ethereum)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F9E41"/>
                          </a:solidFill>
                          <a:latin typeface="Calibr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Uma rede ou nenhuma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Não utilizado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Explicabilidade via SHAP para autenticação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F9E41"/>
                          </a:solidFill>
                          <a:latin typeface="Calibr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Aplicado em IDS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Não disponível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Detecção de deriva comportamental integrada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F9E41"/>
                          </a:solidFill>
                          <a:latin typeface="Calibr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Trabalhos isolados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Dinâmica de digitação + contexto + geolocalização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F9E41"/>
                          </a:solidFill>
                          <a:latin typeface="Calibr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Geralmente unimodal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Multimodal (proprietário)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Trilha de auditoria imutável das decisões de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F9E41"/>
                          </a:solidFill>
                          <a:latin typeface="Calibr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Blockchain genérico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Não disponível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Código aberto e reprodutível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F9E41"/>
                          </a:solidFill>
                          <a:latin typeface="Calibr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MFA adaptativo condicionado ao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F9E41"/>
                          </a:solidFill>
                          <a:latin typeface="Calibr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Lacunas Identificadas na Literatura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0">
                <a:solidFill>
                  <a:srgbClr val="666666"/>
                </a:solidFill>
                <a:latin typeface="Calibri"/>
              </a:defRPr>
            </a:pPr>
            <a:r>
              <a:t>Contribuições originais da proposta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40817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3716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1">
                <a:solidFill>
                  <a:srgbClr val="000000"/>
                </a:solidFill>
                <a:latin typeface="Calibri"/>
              </a:defRPr>
            </a:pPr>
            <a:r>
              <a:t>Explicabilidade + Autenticação + Blockchain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19072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Nenhum trabalho revisado implementa explicabilidade de IA especificamente para decisões de autenticação com registro em blockchain.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2560320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259689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60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1">
                <a:solidFill>
                  <a:srgbClr val="000000"/>
                </a:solidFill>
                <a:latin typeface="Calibri"/>
              </a:defRPr>
            </a:pPr>
            <a:r>
              <a:t>Blockchain Dual para Auditoria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907792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 combinação de Hyperledger Fabric (permissionada) e Ethereum (interoperável) para auditoria de eventos de autenticação não foi encontrada.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749040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" y="37856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49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1">
                <a:solidFill>
                  <a:srgbClr val="000000"/>
                </a:solidFill>
                <a:latin typeface="Calibri"/>
              </a:defRPr>
            </a:pPr>
            <a:r>
              <a:t>Ensemble de 3 Paradigmas de 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096512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 combinação de detecção de anomalias (IF), classificação (RF) e aprendizado profundo (DL) com pesos configuráveis para autenticação é contribuição original.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4937760"/>
            <a:ext cx="502920" cy="411480"/>
          </a:xfrm>
          <a:prstGeom prst="roundRect">
            <a:avLst>
              <a:gd name="adj" fmla="val 10000"/>
            </a:avLst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497433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400" b="1">
                <a:solidFill>
                  <a:srgbClr val="000000"/>
                </a:solidFill>
                <a:latin typeface="Calibri"/>
              </a:defRPr>
            </a:pPr>
            <a:r>
              <a:t>Resposta Escalonada em 4 Níveis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285232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 granularidade de resposta (permitir, MFA, MFA+alerta, bloquear) baseada em score contínuo supera as abordagens binárias predominantes.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João Guedes de Brito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000000"/>
                </a:solidFill>
                <a:latin typeface="Calibri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503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[1] Adaptive Biometric Auth. Systems — ScienceDirect, 2023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[2] AI-Driven Adaptive Auth. Multi-Modal — ESRG Journal, 2024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[3] Continuous Smartphone Auth. — MDPI Mathematics, 2026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[4] Keystroke Dynamics — Springer Discover Applied Sciences, 2025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[5] Blockchain Audit Trail — MDPI Algorithms, 2021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[6] Harpocrates — arXiv / Virginia Tech, 2022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[7] IAM + Hyperledger + OAuth 2.0 — ScienceDirect, 2023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[8] Risk-Based Auth. com ML — IEEE, 2018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[9] Trust Engine Behavioral — IJETCSIT, 2024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[10] AI Continuous Auth. Zero Trust — ResearchGate, 2025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[11] XAI para IDS — Frontiers in AI, 2025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[12] Adaptive Security + Drift — Al-Qadisiyah Journal, 2024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[13] IBM Security Trusteer — ibm.com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[14] BioCatch Behavioral Biometrics — biocatch.com</a:t>
            </a:r>
          </a:p>
          <a:p>
            <a:pPr algn="just"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 [15] INPI Diretrizes de IA — gov.br/inpi,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-if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37760" cy="97840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92024"/>
            <a:ext cx="64008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0000"/>
                </a:solidFill>
                <a:latin typeface="Calibri"/>
              </a:defRPr>
            </a:pPr>
            <a:r>
              <a:t>Obrigado!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Sistema Autônomo de Autenticação Inteligente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Trabalhos Relacionados e Estado da 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João Guedes de Brito | joaoguedesdebrito@gmail.com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83096"/>
            <a:ext cx="9144000" cy="283464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IFBA – PPGESP – Abril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GESP-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Oswald Regular"/>
        <a:ea typeface="ＭＳ Ｐゴシック"/>
        <a:cs typeface="DejaVu Sans"/>
      </a:majorFont>
      <a:minorFont>
        <a:latin typeface="Titillium Web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ＭＳ Ｐゴシック"/>
        <a:cs typeface="DejaVu Sans"/>
      </a:majorFont>
      <a:minorFont>
        <a:latin typeface="Arial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ＭＳ Ｐゴシック"/>
        <a:cs typeface="DejaVu Sans"/>
      </a:majorFont>
      <a:minorFont>
        <a:latin typeface="Arial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PPGESP-theme.thmx</Template>
  <TotalTime>29750</TotalTime>
  <Words>505</Words>
  <Application>Microsoft Office PowerPoint</Application>
  <PresentationFormat>Apresentação na tela (4:3)</PresentationFormat>
  <Paragraphs>87</Paragraphs>
  <Slides>14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4</vt:i4>
      </vt:variant>
      <vt:variant>
        <vt:lpstr>Títulos de slides</vt:lpstr>
      </vt:variant>
      <vt:variant>
        <vt:i4>14</vt:i4>
      </vt:variant>
    </vt:vector>
  </HeadingPairs>
  <TitlesOfParts>
    <vt:vector size="28" baseType="lpstr">
      <vt:lpstr>Arial</vt:lpstr>
      <vt:lpstr>MS PGothic</vt:lpstr>
      <vt:lpstr>DejaVu Sans</vt:lpstr>
      <vt:lpstr>Oswald Regular</vt:lpstr>
      <vt:lpstr>Times New Roman</vt:lpstr>
      <vt:lpstr>Titillium Web</vt:lpstr>
      <vt:lpstr>Symbol</vt:lpstr>
      <vt:lpstr>Aptos Display</vt:lpstr>
      <vt:lpstr>Aptos</vt:lpstr>
      <vt:lpstr>Courier New</vt:lpstr>
      <vt:lpstr>PPGESP-theme</vt:lpstr>
      <vt:lpstr>Personalizar design</vt:lpstr>
      <vt:lpstr>1_Office Theme</vt:lpstr>
      <vt:lpstr>2_Office Theme</vt:lpstr>
      <vt:lpstr>Apresentação do PowerPoint</vt:lpstr>
      <vt:lpstr>Introdução</vt:lpstr>
      <vt:lpstr>Justificativa</vt:lpstr>
      <vt:lpstr>Objetivos</vt:lpstr>
      <vt:lpstr>Método</vt:lpstr>
      <vt:lpstr>5. Diferenciais do Projeto</vt:lpstr>
      <vt:lpstr>Critérios de Liberação ou Negação</vt:lpstr>
      <vt:lpstr>✅Critérios para LIBERAR o acesso</vt:lpstr>
      <vt:lpstr>❌ Critérios para NEGAR o acesso</vt:lpstr>
      <vt:lpstr>⚠️ Acesso Condicional (MFA)</vt:lpstr>
      <vt:lpstr>Resultados Esperados</vt:lpstr>
      <vt:lpstr>Diferencial</vt:lpstr>
      <vt:lpstr>10. Considerações Finais</vt:lpstr>
      <vt:lpstr>Tecnologias Utilizadas</vt:lpstr>
    </vt:vector>
  </TitlesOfParts>
  <Company>NTNU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Ingen lysbildetittel</dc:title>
  <dc:creator>Even Gran</dc:creator>
  <cp:lastModifiedBy>João Guedes de Brito</cp:lastModifiedBy>
  <cp:revision>1705</cp:revision>
  <cp:lastPrinted>2018-06-26T20:36:17Z</cp:lastPrinted>
  <dcterms:created xsi:type="dcterms:W3CDTF">2012-01-29T10:16:24Z</dcterms:created>
  <dcterms:modified xsi:type="dcterms:W3CDTF">2026-04-07T11:55:44Z</dcterms:modified>
</cp:coreProperties>
</file>