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4063" r:id="rId1"/>
    <p:sldMasterId id="2147484092" r:id="rId2"/>
    <p:sldMasterId id="2147484104" r:id="rId3"/>
  </p:sldMasterIdLst>
  <p:notesMasterIdLst>
    <p:notesMasterId r:id="rId20"/>
  </p:notesMasterIdLst>
  <p:handoutMasterIdLst>
    <p:handoutMasterId r:id="rId21"/>
  </p:handoutMasterIdLst>
  <p:sldIdLst>
    <p:sldId id="256" r:id="rId4"/>
    <p:sldId id="257" r:id="rId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</p:sldIdLst>
  <p:sldSz cx="9144000" cy="6858000" type="screen4x3"/>
  <p:notesSz cx="6858000" cy="9144000"/>
  <p:defaultTextStyle>
    <a:defPPr>
      <a:defRPr lang="nn-NO"/>
    </a:defPPr>
    <a:lvl1pPr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A0000"/>
    <a:srgbClr val="1F3C6B"/>
    <a:srgbClr val="224378"/>
    <a:srgbClr val="BFD9E6"/>
    <a:srgbClr val="BFBFBF"/>
    <a:srgbClr val="DEEEFD"/>
    <a:srgbClr val="FFFFFF"/>
    <a:srgbClr val="4EFD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8216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328" y="-11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23" Type="http://schemas.openxmlformats.org/officeDocument/2006/relationships/viewProps" Target="viewProps.xml"/><Relationship Id="rId4" Type="http://schemas.openxmlformats.org/officeDocument/2006/relationships/slide" Target="slides/slide1.xml"/><Relationship Id="rId22" Type="http://schemas.openxmlformats.org/officeDocument/2006/relationships/presProps" Target="presProps.xml"/>  <Relationship Id="rId26" Type="http://schemas.openxmlformats.org/officeDocument/2006/relationships/slide" Target="slides/slide3.xml"/>
  <Relationship Id="rId27" Type="http://schemas.openxmlformats.org/officeDocument/2006/relationships/slide" Target="slides/slide4.xml"/>
  <Relationship Id="rId28" Type="http://schemas.openxmlformats.org/officeDocument/2006/relationships/slide" Target="slides/slide5.xml"/>
  <Relationship Id="rId29" Type="http://schemas.openxmlformats.org/officeDocument/2006/relationships/slide" Target="slides/slide6.xml"/>
  <Relationship Id="rId30" Type="http://schemas.openxmlformats.org/officeDocument/2006/relationships/slide" Target="slides/slide7.xml"/>
  <Relationship Id="rId31" Type="http://schemas.openxmlformats.org/officeDocument/2006/relationships/slide" Target="slides/slide8.xml"/>
  <Relationship Id="rId32" Type="http://schemas.openxmlformats.org/officeDocument/2006/relationships/slide" Target="slides/slide9.xml"/>
  <Relationship Id="rId33" Type="http://schemas.openxmlformats.org/officeDocument/2006/relationships/slide" Target="slides/slide10.xml"/>
  <Relationship Id="rId34" Type="http://schemas.openxmlformats.org/officeDocument/2006/relationships/slide" Target="slides/slide11.xml"/>
  <Relationship Id="rId35" Type="http://schemas.openxmlformats.org/officeDocument/2006/relationships/slide" Target="slides/slide12.xml"/>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CCF29E-1A3D-4B96-F375-547B72489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E638C-8CE9-7010-777A-96D99F71A0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nb-NO"/>
              <a:t>January 30th, 2012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FBDD4F-DFE0-5F53-E3B7-5106DD690C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57D37-B929-485D-5543-7660D58441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4EF0B3E-5D07-4EFD-863F-EC121B9D08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9A5A727-6F49-9FDD-F995-F17296D707B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A490466-F759-4DD5-1F76-E851C70FF6E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nb-NO"/>
              <a:t>January 30th, 2012</a:t>
            </a:r>
            <a:endParaRPr lang="en-US"/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D97831A4-4AA0-16A3-C926-71252CFCFAB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32210C8-103A-8CB6-EB93-D236350F227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n-NO" noProof="0"/>
              <a:t>Click to edit Master text styles</a:t>
            </a:r>
          </a:p>
          <a:p>
            <a:pPr lvl="1"/>
            <a:r>
              <a:rPr lang="nn-NO" noProof="0"/>
              <a:t>Second level</a:t>
            </a:r>
          </a:p>
          <a:p>
            <a:pPr lvl="2"/>
            <a:r>
              <a:rPr lang="nn-NO" noProof="0"/>
              <a:t>Third level</a:t>
            </a:r>
          </a:p>
          <a:p>
            <a:pPr lvl="3"/>
            <a:r>
              <a:rPr lang="nn-NO" noProof="0"/>
              <a:t>Fourth level</a:t>
            </a:r>
          </a:p>
          <a:p>
            <a:pPr lvl="4"/>
            <a:r>
              <a:rPr lang="nn-NO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20B22478-88DA-4F98-12EC-52D5C428FA0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20D8225-4333-B5BD-8E4C-529CA7265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966C898-85C0-413F-AE57-935DA1391FD1}" type="slidenum">
              <a:rPr lang="nn-NO" altLang="pt-BR"/>
              <a:pPr/>
              <a:t>‹nº›</a:t>
            </a:fld>
            <a:endParaRPr lang="nn-NO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CEF5F495-63DB-72FA-0FAB-0A24423D4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96496790-35A2-908D-704D-2FB579630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latin typeface="Arial" panose="020B0604020202020204" pitchFamily="34" charset="0"/>
            </a:endParaRPr>
          </a:p>
        </p:txBody>
      </p:sp>
      <p:sp>
        <p:nvSpPr>
          <p:cNvPr id="31747" name="Date Placeholder 3">
            <a:extLst>
              <a:ext uri="{FF2B5EF4-FFF2-40B4-BE49-F238E27FC236}">
                <a16:creationId xmlns:a16="http://schemas.microsoft.com/office/drawing/2014/main" id="{A1465F4C-2A77-9B3C-10EA-3BD79B2AEA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nb-NO" altLang="pt-BR" sz="1200"/>
              <a:t>January 30th, 2012</a:t>
            </a:r>
            <a:endParaRPr lang="en-US" altLang="pt-BR" sz="1200"/>
          </a:p>
        </p:txBody>
      </p:sp>
      <p:sp>
        <p:nvSpPr>
          <p:cNvPr id="31748" name="Slide Number Placeholder 4">
            <a:extLst>
              <a:ext uri="{FF2B5EF4-FFF2-40B4-BE49-F238E27FC236}">
                <a16:creationId xmlns:a16="http://schemas.microsoft.com/office/drawing/2014/main" id="{CE4690A1-FE3D-C48B-11C4-22C773CA0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AB617F3-932D-41E9-868A-31F671B2B745}" type="slidenum">
              <a:rPr lang="nn-NO" altLang="pt-BR" sz="1200"/>
              <a:pPr/>
              <a:t>0</a:t>
            </a:fld>
            <a:endParaRPr lang="nn-NO" altLang="pt-BR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4486F9D-89BD-5BD8-84FB-06639860D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6525"/>
            <a:ext cx="9144000" cy="2809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pPr>
              <a:defRPr/>
            </a:pPr>
            <a:endParaRPr lang="pt-PT">
              <a:latin typeface="Arial" charset="0"/>
              <a:ea typeface="ＭＳ Ｐゴシック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53CACA25-DB91-21BA-85A2-15F68EBCC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527800"/>
            <a:ext cx="7132638" cy="16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12903" rIns="0" bIns="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>
              <a:lnSpc>
                <a:spcPct val="92000"/>
              </a:lnSpc>
              <a:defRPr/>
            </a:pPr>
            <a:endParaRPr lang="en-US" sz="13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71EA225-CA9D-7E50-4494-E9F0BC873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499225"/>
            <a:ext cx="5356225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2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pt-BR" sz="1400">
                <a:solidFill>
                  <a:srgbClr val="FFFFFF"/>
                </a:solidFill>
                <a:latin typeface="Times New Roman" panose="02020603050405020304" pitchFamily="18" charset="0"/>
              </a:rPr>
              <a:t>IFBA  – Nome Palestrante </a:t>
            </a:r>
            <a:r>
              <a:rPr lang="mr-IN" altLang="pt-BR" sz="1400">
                <a:solidFill>
                  <a:srgbClr val="FFFFFF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pt-BR" sz="1400">
                <a:solidFill>
                  <a:srgbClr val="FFFFFF"/>
                </a:solidFill>
                <a:latin typeface="Times New Roman" panose="02020603050405020304" pitchFamily="18" charset="0"/>
              </a:rPr>
              <a:t> email@ifba.edu.br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FD8FE3B-59E1-B9AB-E95B-A74B83574A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888" y="188913"/>
            <a:ext cx="8223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317D22AD-B919-8A43-CCE3-B079473E9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P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440" y="3885528"/>
            <a:ext cx="7773120" cy="2338483"/>
          </a:xfrm>
        </p:spPr>
        <p:txBody>
          <a:bodyPr/>
          <a:lstStyle>
            <a:lvl1pPr marL="0" indent="0" algn="l">
              <a:lnSpc>
                <a:spcPct val="111000"/>
              </a:lnSpc>
              <a:buNone/>
              <a:defRPr sz="2900"/>
            </a:lvl1pPr>
            <a:lvl2pPr marL="414726" indent="0" algn="ctr">
              <a:buNone/>
              <a:defRPr/>
            </a:lvl2pPr>
            <a:lvl3pPr marL="829452" indent="0" algn="ctr">
              <a:buNone/>
              <a:defRPr/>
            </a:lvl3pPr>
            <a:lvl4pPr marL="1244178" indent="0" algn="ctr">
              <a:buNone/>
              <a:defRPr/>
            </a:lvl4pPr>
            <a:lvl5pPr marL="1658904" indent="0" algn="ctr">
              <a:buNone/>
              <a:defRPr/>
            </a:lvl5pPr>
            <a:lvl6pPr marL="2073631" indent="0" algn="ctr">
              <a:buNone/>
              <a:defRPr/>
            </a:lvl6pPr>
            <a:lvl7pPr marL="2488357" indent="0" algn="ctr">
              <a:buNone/>
              <a:defRPr/>
            </a:lvl7pPr>
            <a:lvl8pPr marL="2903083" indent="0" algn="ctr">
              <a:buNone/>
              <a:defRPr/>
            </a:lvl8pPr>
            <a:lvl9pPr marL="3317809" indent="0" algn="ctr">
              <a:buNone/>
              <a:defRPr/>
            </a:lvl9pPr>
          </a:lstStyle>
          <a:p>
            <a:r>
              <a:rPr lang="x-none"/>
              <a:t>Click to edit Master subtitle style</a:t>
            </a:r>
            <a:endParaRPr lang="en-US" dirty="0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CD85FA2F-B9DA-F5C3-5128-ACBBD0D4B69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/>
            </a:lvl1pPr>
          </a:lstStyle>
          <a:p>
            <a:fld id="{C86E7E02-D71C-4475-8422-EC4777E406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5212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83372" indent="-293764" algn="l" defTabSz="414726" rtl="0" eaLnBrk="1" fontAlgn="base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/>
            </a:lvl2pPr>
            <a:lvl3pPr marL="1123217" marR="0" indent="-293764" algn="l" defTabSz="414726" rtl="0" eaLnBrk="1" fontAlgn="base" latinLnBrk="0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/>
            </a:lvl3pPr>
            <a:lvl4pPr marL="1537943" indent="-293764" algn="l" defTabSz="414726" rtl="0" eaLnBrk="1" fontAlgn="base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/>
            </a:lvl4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AE2A95-1AD1-A728-24EB-754C869BCDC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381A2D-256C-4903-B129-5713278440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2378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863"/>
            <a:ext cx="7771680" cy="136238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4726" indent="0">
              <a:buNone/>
              <a:defRPr sz="1600"/>
            </a:lvl2pPr>
            <a:lvl3pPr marL="829452" indent="0">
              <a:buNone/>
              <a:defRPr sz="1500"/>
            </a:lvl3pPr>
            <a:lvl4pPr marL="1244178" indent="0">
              <a:buNone/>
              <a:defRPr sz="1300"/>
            </a:lvl4pPr>
            <a:lvl5pPr marL="1658904" indent="0">
              <a:buNone/>
              <a:defRPr sz="1300"/>
            </a:lvl5pPr>
            <a:lvl6pPr marL="2073631" indent="0">
              <a:buNone/>
              <a:defRPr sz="1300"/>
            </a:lvl6pPr>
            <a:lvl7pPr marL="2488357" indent="0">
              <a:buNone/>
              <a:defRPr sz="1300"/>
            </a:lvl7pPr>
            <a:lvl8pPr marL="2903083" indent="0">
              <a:buNone/>
              <a:defRPr sz="1300"/>
            </a:lvl8pPr>
            <a:lvl9pPr marL="3317809" indent="0">
              <a:buNone/>
              <a:defRPr sz="13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48E819-80C9-27C8-4BBD-C5DD265535F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9BEE2B-DEA5-475D-AFBF-239B3DECA1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15459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6480" y="1604328"/>
            <a:ext cx="4043520" cy="4781302"/>
          </a:xfrm>
        </p:spPr>
        <p:txBody>
          <a:bodyPr/>
          <a:lstStyle>
            <a:lvl1pPr>
              <a:defRPr sz="2500"/>
            </a:lvl1pPr>
            <a:lvl2pPr marL="783372" indent="-293764" algn="l" defTabSz="414726" rtl="0" eaLnBrk="1" fontAlgn="base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 sz="2200"/>
            </a:lvl2pPr>
            <a:lvl3pPr marL="1123217" marR="0" indent="-293764" algn="l" defTabSz="414726" rtl="0" eaLnBrk="1" fontAlgn="base" latinLnBrk="0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 sz="1800"/>
            </a:lvl3pPr>
            <a:lvl4pPr marL="1537943" indent="-293764" algn="l" defTabSz="414726" rtl="0" eaLnBrk="1" fontAlgn="base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241" y="1604328"/>
            <a:ext cx="4044960" cy="4781302"/>
          </a:xfrm>
        </p:spPr>
        <p:txBody>
          <a:bodyPr/>
          <a:lstStyle>
            <a:lvl1pPr>
              <a:defRPr sz="2500"/>
            </a:lvl1pPr>
            <a:lvl2pPr marL="800652" indent="-311045">
              <a:defRPr lang="x-none" sz="2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23217" marR="0" indent="-293764" algn="l" defTabSz="414726" rtl="0" eaLnBrk="1" fontAlgn="base" latinLnBrk="0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BFACC3-0B55-3A21-E948-130A1315DF7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FA4E9-ECA3-4C57-9F55-97023466A3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2176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1" y="275070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726" indent="0">
              <a:buNone/>
              <a:defRPr sz="1800" b="1"/>
            </a:lvl2pPr>
            <a:lvl3pPr marL="829452" indent="0">
              <a:buNone/>
              <a:defRPr sz="1600" b="1"/>
            </a:lvl3pPr>
            <a:lvl4pPr marL="1244178" indent="0">
              <a:buNone/>
              <a:defRPr sz="1500" b="1"/>
            </a:lvl4pPr>
            <a:lvl5pPr marL="1658904" indent="0">
              <a:buNone/>
              <a:defRPr sz="1500" b="1"/>
            </a:lvl5pPr>
            <a:lvl6pPr marL="2073631" indent="0">
              <a:buNone/>
              <a:defRPr sz="1500" b="1"/>
            </a:lvl6pPr>
            <a:lvl7pPr marL="2488357" indent="0">
              <a:buNone/>
              <a:defRPr sz="1500" b="1"/>
            </a:lvl7pPr>
            <a:lvl8pPr marL="2903083" indent="0">
              <a:buNone/>
              <a:defRPr sz="1500" b="1"/>
            </a:lvl8pPr>
            <a:lvl9pPr marL="3317809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1" y="1535201"/>
            <a:ext cx="404208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726" indent="0">
              <a:buNone/>
              <a:defRPr sz="1800" b="1"/>
            </a:lvl2pPr>
            <a:lvl3pPr marL="829452" indent="0">
              <a:buNone/>
              <a:defRPr sz="1600" b="1"/>
            </a:lvl3pPr>
            <a:lvl4pPr marL="1244178" indent="0">
              <a:buNone/>
              <a:defRPr sz="1500" b="1"/>
            </a:lvl4pPr>
            <a:lvl5pPr marL="1658904" indent="0">
              <a:buNone/>
              <a:defRPr sz="1500" b="1"/>
            </a:lvl5pPr>
            <a:lvl6pPr marL="2073631" indent="0">
              <a:buNone/>
              <a:defRPr sz="1500" b="1"/>
            </a:lvl6pPr>
            <a:lvl7pPr marL="2488357" indent="0">
              <a:buNone/>
              <a:defRPr sz="1500" b="1"/>
            </a:lvl7pPr>
            <a:lvl8pPr marL="2903083" indent="0">
              <a:buNone/>
              <a:defRPr sz="1500" b="1"/>
            </a:lvl8pPr>
            <a:lvl9pPr marL="3317809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1" y="2174628"/>
            <a:ext cx="404208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03D4738-97B2-F6B1-CBC9-4B32C92143A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6049EC-B94A-449D-B2EA-0840640CA1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714803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7A434D1-E7BD-0FC7-977D-A57936ACB51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3C5E49-BD33-45B4-8E51-36A63FB7F1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301987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4282768-0CDD-1087-B885-BE1C3A66BBE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C81744-850F-4008-B1F1-95885629FF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097353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1" y="273629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391"/>
            <a:ext cx="3008160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726" indent="0">
              <a:buNone/>
              <a:defRPr sz="1100"/>
            </a:lvl2pPr>
            <a:lvl3pPr marL="829452" indent="0">
              <a:buNone/>
              <a:defRPr sz="900"/>
            </a:lvl3pPr>
            <a:lvl4pPr marL="1244178" indent="0">
              <a:buNone/>
              <a:defRPr sz="800"/>
            </a:lvl4pPr>
            <a:lvl5pPr marL="1658904" indent="0">
              <a:buNone/>
              <a:defRPr sz="800"/>
            </a:lvl5pPr>
            <a:lvl6pPr marL="2073631" indent="0">
              <a:buNone/>
              <a:defRPr sz="800"/>
            </a:lvl6pPr>
            <a:lvl7pPr marL="2488357" indent="0">
              <a:buNone/>
              <a:defRPr sz="800"/>
            </a:lvl7pPr>
            <a:lvl8pPr marL="2903083" indent="0">
              <a:buNone/>
              <a:defRPr sz="800"/>
            </a:lvl8pPr>
            <a:lvl9pPr marL="3317809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A3D269-B5F7-34ED-787D-CD60B617A8C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20E2CC-0D74-4FAA-A65C-1AE703CFBD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951070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1" y="4800025"/>
            <a:ext cx="5486400" cy="56742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1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726" indent="0">
              <a:buNone/>
              <a:defRPr sz="2500"/>
            </a:lvl2pPr>
            <a:lvl3pPr marL="829452" indent="0">
              <a:buNone/>
              <a:defRPr sz="2200"/>
            </a:lvl3pPr>
            <a:lvl4pPr marL="1244178" indent="0">
              <a:buNone/>
              <a:defRPr sz="1800"/>
            </a:lvl4pPr>
            <a:lvl5pPr marL="1658904" indent="0">
              <a:buNone/>
              <a:defRPr sz="1800"/>
            </a:lvl5pPr>
            <a:lvl6pPr marL="2073631" indent="0">
              <a:buNone/>
              <a:defRPr sz="1800"/>
            </a:lvl6pPr>
            <a:lvl7pPr marL="2488357" indent="0">
              <a:buNone/>
              <a:defRPr sz="1800"/>
            </a:lvl7pPr>
            <a:lvl8pPr marL="2903083" indent="0">
              <a:buNone/>
              <a:defRPr sz="1800"/>
            </a:lvl8pPr>
            <a:lvl9pPr marL="3317809" indent="0">
              <a:buNone/>
              <a:defRPr sz="18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pt-P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1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726" indent="0">
              <a:buNone/>
              <a:defRPr sz="1100"/>
            </a:lvl2pPr>
            <a:lvl3pPr marL="829452" indent="0">
              <a:buNone/>
              <a:defRPr sz="900"/>
            </a:lvl3pPr>
            <a:lvl4pPr marL="1244178" indent="0">
              <a:buNone/>
              <a:defRPr sz="800"/>
            </a:lvl4pPr>
            <a:lvl5pPr marL="1658904" indent="0">
              <a:buNone/>
              <a:defRPr sz="800"/>
            </a:lvl5pPr>
            <a:lvl6pPr marL="2073631" indent="0">
              <a:buNone/>
              <a:defRPr sz="800"/>
            </a:lvl6pPr>
            <a:lvl7pPr marL="2488357" indent="0">
              <a:buNone/>
              <a:defRPr sz="800"/>
            </a:lvl7pPr>
            <a:lvl8pPr marL="2903083" indent="0">
              <a:buNone/>
              <a:defRPr sz="800"/>
            </a:lvl8pPr>
            <a:lvl9pPr marL="3317809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DEF44-22AC-64E8-5DA7-26261880574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6015D7-933E-4391-B475-B5E950B754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489609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930328-BBDD-A211-E752-D7E9D1E2F67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AE9DF7-345A-42C4-8DF4-7EEF1CA890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528849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880" y="273629"/>
            <a:ext cx="2056320" cy="6112002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6481" y="273629"/>
            <a:ext cx="6032160" cy="6112002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ECEFFD-1611-8C8F-985F-640E7CC2E8D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6BCE55-74B0-4F32-B503-565103DCD5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029008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44727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33854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38962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0" y="1428769"/>
            <a:ext cx="8097838" cy="46434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05"/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357165"/>
            <a:ext cx="8072438" cy="85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nn-NO" dirty="0" err="1"/>
              <a:t>Click</a:t>
            </a:r>
            <a:r>
              <a:rPr lang="nn-NO" dirty="0"/>
              <a:t> to </a:t>
            </a:r>
            <a:r>
              <a:rPr lang="nn-NO" dirty="0" err="1"/>
              <a:t>edit</a:t>
            </a:r>
            <a:r>
              <a:rPr lang="nn-NO" dirty="0"/>
              <a:t> Master title </a:t>
            </a:r>
            <a:r>
              <a:rPr lang="nn-NO" dirty="0" err="1"/>
              <a:t>style</a:t>
            </a:r>
            <a:endParaRPr lang="nn-NO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217994A-47A1-AA0F-A0AC-3408E23ED8B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4D6AA0-DE7C-4ABF-96A3-6CD3D7B589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278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6100" y="1428736"/>
            <a:ext cx="3954462" cy="47149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9652" y="1428736"/>
            <a:ext cx="4024314" cy="47149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105"/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357165"/>
            <a:ext cx="8072438" cy="85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nn-NO" dirty="0" err="1"/>
              <a:t>Click</a:t>
            </a:r>
            <a:r>
              <a:rPr lang="nn-NO" dirty="0"/>
              <a:t> to </a:t>
            </a:r>
            <a:r>
              <a:rPr lang="nn-NO" dirty="0" err="1"/>
              <a:t>edit</a:t>
            </a:r>
            <a:r>
              <a:rPr lang="nn-NO" dirty="0"/>
              <a:t> Master title </a:t>
            </a:r>
            <a:r>
              <a:rPr lang="nn-NO" dirty="0" err="1"/>
              <a:t>style</a:t>
            </a:r>
            <a:endParaRPr lang="nn-NO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B1637D5-934C-6EE4-AF61-80AC95C27D4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00BBB7-C061-46A2-BAC9-78211FBB70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169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321" y="3885528"/>
            <a:ext cx="6400800" cy="1752664"/>
          </a:xfrm>
        </p:spPr>
        <p:txBody>
          <a:bodyPr/>
          <a:lstStyle>
            <a:lvl1pPr marL="0" indent="0" algn="ctr">
              <a:buNone/>
              <a:defRPr/>
            </a:lvl1pPr>
            <a:lvl2pPr marL="414640" indent="0" algn="ctr">
              <a:buNone/>
              <a:defRPr/>
            </a:lvl2pPr>
            <a:lvl3pPr marL="829280" indent="0" algn="ctr">
              <a:buNone/>
              <a:defRPr/>
            </a:lvl3pPr>
            <a:lvl4pPr marL="1243920" indent="0" algn="ctr">
              <a:buNone/>
              <a:defRPr/>
            </a:lvl4pPr>
            <a:lvl5pPr marL="1658560" indent="0" algn="ctr">
              <a:buNone/>
              <a:defRPr/>
            </a:lvl5pPr>
            <a:lvl6pPr marL="2073201" indent="0" algn="ctr">
              <a:buNone/>
              <a:defRPr/>
            </a:lvl6pPr>
            <a:lvl7pPr marL="2487841" indent="0" algn="ctr">
              <a:buNone/>
              <a:defRPr/>
            </a:lvl7pPr>
            <a:lvl8pPr marL="2902481" indent="0" algn="ctr">
              <a:buNone/>
              <a:defRPr/>
            </a:lvl8pPr>
            <a:lvl9pPr marL="3317121" indent="0" algn="ctr">
              <a:buNone/>
              <a:defRPr/>
            </a:lvl9pPr>
          </a:lstStyle>
          <a:p>
            <a:r>
              <a:rPr lang="x-none"/>
              <a:t>Click to edit Master subtitle style</a:t>
            </a:r>
            <a:endParaRPr lang="pt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356F2A-C38D-1106-A057-BC1AEE390CA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8D76C7-BC21-EED7-D820-9CC298345F0A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82E29B-A519-019D-E118-2DFE1B8FD9FD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53651A-79C1-4F99-A507-12F9563E49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726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F6FE8D-E456-57B9-5129-F3532774607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9106C3-FE9E-982B-AC87-3F4859C29E20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2E477-0728-2109-41AB-E012E501FA5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39FD80-808E-437A-99E0-D4501322F6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465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865"/>
            <a:ext cx="7771680" cy="136238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4640" indent="0">
              <a:buNone/>
              <a:defRPr sz="1600"/>
            </a:lvl2pPr>
            <a:lvl3pPr marL="829280" indent="0">
              <a:buNone/>
              <a:defRPr sz="1500"/>
            </a:lvl3pPr>
            <a:lvl4pPr marL="1243920" indent="0">
              <a:buNone/>
              <a:defRPr sz="1300"/>
            </a:lvl4pPr>
            <a:lvl5pPr marL="1658560" indent="0">
              <a:buNone/>
              <a:defRPr sz="1300"/>
            </a:lvl5pPr>
            <a:lvl6pPr marL="2073201" indent="0">
              <a:buNone/>
              <a:defRPr sz="1300"/>
            </a:lvl6pPr>
            <a:lvl7pPr marL="2487841" indent="0">
              <a:buNone/>
              <a:defRPr sz="1300"/>
            </a:lvl7pPr>
            <a:lvl8pPr marL="2902481" indent="0">
              <a:buNone/>
              <a:defRPr sz="1300"/>
            </a:lvl8pPr>
            <a:lvl9pPr marL="3317121" indent="0">
              <a:buNone/>
              <a:defRPr sz="13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C16028-6A9E-1A50-80C4-5D79DA7E1A4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F31907-DE84-BF1E-1735-87C559129A10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6B0899-1A3E-C846-928B-45ADC0E6C5D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DCA64D-7D45-47BA-824F-FDE2D771C4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19840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6480" y="1604328"/>
            <a:ext cx="4043520" cy="397625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241" y="1604328"/>
            <a:ext cx="4044960" cy="397625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2C5330F-9967-7928-6614-AD55C28AAF21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527C319-FBF2-87E8-8A55-9894C1166315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3C40B51-3258-47FD-D69B-EB58A9CF65CC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831E40-390F-48DF-85F9-5D6EBB728E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4043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2" y="275072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640" indent="0">
              <a:buNone/>
              <a:defRPr sz="1800" b="1"/>
            </a:lvl2pPr>
            <a:lvl3pPr marL="829280" indent="0">
              <a:buNone/>
              <a:defRPr sz="1600" b="1"/>
            </a:lvl3pPr>
            <a:lvl4pPr marL="1243920" indent="0">
              <a:buNone/>
              <a:defRPr sz="1500" b="1"/>
            </a:lvl4pPr>
            <a:lvl5pPr marL="1658560" indent="0">
              <a:buNone/>
              <a:defRPr sz="1500" b="1"/>
            </a:lvl5pPr>
            <a:lvl6pPr marL="2073201" indent="0">
              <a:buNone/>
              <a:defRPr sz="1500" b="1"/>
            </a:lvl6pPr>
            <a:lvl7pPr marL="2487841" indent="0">
              <a:buNone/>
              <a:defRPr sz="1500" b="1"/>
            </a:lvl7pPr>
            <a:lvl8pPr marL="2902481" indent="0">
              <a:buNone/>
              <a:defRPr sz="1500" b="1"/>
            </a:lvl8pPr>
            <a:lvl9pPr marL="3317121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2" y="1535201"/>
            <a:ext cx="404208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640" indent="0">
              <a:buNone/>
              <a:defRPr sz="1800" b="1"/>
            </a:lvl2pPr>
            <a:lvl3pPr marL="829280" indent="0">
              <a:buNone/>
              <a:defRPr sz="1600" b="1"/>
            </a:lvl3pPr>
            <a:lvl4pPr marL="1243920" indent="0">
              <a:buNone/>
              <a:defRPr sz="1500" b="1"/>
            </a:lvl4pPr>
            <a:lvl5pPr marL="1658560" indent="0">
              <a:buNone/>
              <a:defRPr sz="1500" b="1"/>
            </a:lvl5pPr>
            <a:lvl6pPr marL="2073201" indent="0">
              <a:buNone/>
              <a:defRPr sz="1500" b="1"/>
            </a:lvl6pPr>
            <a:lvl7pPr marL="2487841" indent="0">
              <a:buNone/>
              <a:defRPr sz="1500" b="1"/>
            </a:lvl7pPr>
            <a:lvl8pPr marL="2902481" indent="0">
              <a:buNone/>
              <a:defRPr sz="1500" b="1"/>
            </a:lvl8pPr>
            <a:lvl9pPr marL="3317121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2" y="2174628"/>
            <a:ext cx="404208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528A145-0138-8ECA-ACBF-E0CAD6D660F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071C916-C6EA-D547-35B8-C0DA63A9811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AAFE1864-A344-E113-4667-2C8C79A7B3C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047E3A-BA11-4462-A5C1-4A66390871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62232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CFB91B0-AFF0-6C56-4383-F6CA4DAF0C7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15266F-E16F-D4B2-CDBC-8C811219535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FC7A91-5D13-6261-AC1D-8317AB08D001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03E7A2-A93C-448D-AEED-A3CE3F6D48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30238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16D3136-7029-32B5-57DC-966442EE73B1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E933E5-8281-870C-1D1E-7D30E1420885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16CEF4E-EE54-0BD1-9A5A-B592EEA56FC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B3BF03-9AB2-45A6-9FA2-DB096B5986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4929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3" y="273631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393"/>
            <a:ext cx="3008160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640" indent="0">
              <a:buNone/>
              <a:defRPr sz="1100"/>
            </a:lvl2pPr>
            <a:lvl3pPr marL="829280" indent="0">
              <a:buNone/>
              <a:defRPr sz="900"/>
            </a:lvl3pPr>
            <a:lvl4pPr marL="1243920" indent="0">
              <a:buNone/>
              <a:defRPr sz="800"/>
            </a:lvl4pPr>
            <a:lvl5pPr marL="1658560" indent="0">
              <a:buNone/>
              <a:defRPr sz="800"/>
            </a:lvl5pPr>
            <a:lvl6pPr marL="2073201" indent="0">
              <a:buNone/>
              <a:defRPr sz="800"/>
            </a:lvl6pPr>
            <a:lvl7pPr marL="2487841" indent="0">
              <a:buNone/>
              <a:defRPr sz="800"/>
            </a:lvl7pPr>
            <a:lvl8pPr marL="2902481" indent="0">
              <a:buNone/>
              <a:defRPr sz="800"/>
            </a:lvl8pPr>
            <a:lvl9pPr marL="3317121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00591C6-6EFD-F127-76CD-62D9FA6CFD7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2B7FBAC-85A5-0AB4-456D-7680AEF9D1E6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34BE8EE-275B-EED9-6496-F349EAAF782C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F9FF21-D2B0-4D01-B48F-B459A9BC5D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98305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3" y="4800026"/>
            <a:ext cx="5486400" cy="56742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3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640" indent="0">
              <a:buNone/>
              <a:defRPr sz="2500"/>
            </a:lvl2pPr>
            <a:lvl3pPr marL="829280" indent="0">
              <a:buNone/>
              <a:defRPr sz="2200"/>
            </a:lvl3pPr>
            <a:lvl4pPr marL="1243920" indent="0">
              <a:buNone/>
              <a:defRPr sz="1800"/>
            </a:lvl4pPr>
            <a:lvl5pPr marL="1658560" indent="0">
              <a:buNone/>
              <a:defRPr sz="1800"/>
            </a:lvl5pPr>
            <a:lvl6pPr marL="2073201" indent="0">
              <a:buNone/>
              <a:defRPr sz="1800"/>
            </a:lvl6pPr>
            <a:lvl7pPr marL="2487841" indent="0">
              <a:buNone/>
              <a:defRPr sz="1800"/>
            </a:lvl7pPr>
            <a:lvl8pPr marL="2902481" indent="0">
              <a:buNone/>
              <a:defRPr sz="1800"/>
            </a:lvl8pPr>
            <a:lvl9pPr marL="3317121" indent="0">
              <a:buNone/>
              <a:defRPr sz="18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pt-P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3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640" indent="0">
              <a:buNone/>
              <a:defRPr sz="1100"/>
            </a:lvl2pPr>
            <a:lvl3pPr marL="829280" indent="0">
              <a:buNone/>
              <a:defRPr sz="900"/>
            </a:lvl3pPr>
            <a:lvl4pPr marL="1243920" indent="0">
              <a:buNone/>
              <a:defRPr sz="800"/>
            </a:lvl4pPr>
            <a:lvl5pPr marL="1658560" indent="0">
              <a:buNone/>
              <a:defRPr sz="800"/>
            </a:lvl5pPr>
            <a:lvl6pPr marL="2073201" indent="0">
              <a:buNone/>
              <a:defRPr sz="800"/>
            </a:lvl6pPr>
            <a:lvl7pPr marL="2487841" indent="0">
              <a:buNone/>
              <a:defRPr sz="800"/>
            </a:lvl7pPr>
            <a:lvl8pPr marL="2902481" indent="0">
              <a:buNone/>
              <a:defRPr sz="800"/>
            </a:lvl8pPr>
            <a:lvl9pPr marL="3317121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2301B96-5617-AC0D-626B-D0EA4706751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C30C6F5-1180-CE7A-D761-4FC6561094E4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94A32B9-E01E-0107-FB34-2F5F698C35E4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0BC49E-E6C3-49E3-B206-BE3C64BA56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24511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CF1564-72FA-223C-7D4C-CCDBCCE785A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6D772D-410A-8937-426F-66AB07450622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97AB56-90B4-5870-7ACF-6F1E96DEC8C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E1B52F-9986-4A84-9FFF-9BBBB64889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5358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880" y="273629"/>
            <a:ext cx="2056320" cy="5306958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6481" y="273629"/>
            <a:ext cx="6032160" cy="5306958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6CF20-F791-D4D5-E515-494E04D94B3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32BB0E-BCEA-17F6-357C-3F25634490C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090921-338F-01DE-68B1-3A4E93C2D06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2E3503-A2B0-45C7-BEB2-5DD274299E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393278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321" y="3885528"/>
            <a:ext cx="6400800" cy="1752664"/>
          </a:xfrm>
        </p:spPr>
        <p:txBody>
          <a:bodyPr/>
          <a:lstStyle>
            <a:lvl1pPr marL="0" indent="0" algn="ctr">
              <a:buNone/>
              <a:defRPr/>
            </a:lvl1pPr>
            <a:lvl2pPr marL="414597" indent="0" algn="ctr">
              <a:buNone/>
              <a:defRPr/>
            </a:lvl2pPr>
            <a:lvl3pPr marL="829194" indent="0" algn="ctr">
              <a:buNone/>
              <a:defRPr/>
            </a:lvl3pPr>
            <a:lvl4pPr marL="1243791" indent="0" algn="ctr">
              <a:buNone/>
              <a:defRPr/>
            </a:lvl4pPr>
            <a:lvl5pPr marL="1658388" indent="0" algn="ctr">
              <a:buNone/>
              <a:defRPr/>
            </a:lvl5pPr>
            <a:lvl6pPr marL="2072986" indent="0" algn="ctr">
              <a:buNone/>
              <a:defRPr/>
            </a:lvl6pPr>
            <a:lvl7pPr marL="2487583" indent="0" algn="ctr">
              <a:buNone/>
              <a:defRPr/>
            </a:lvl7pPr>
            <a:lvl8pPr marL="2902180" indent="0" algn="ctr">
              <a:buNone/>
              <a:defRPr/>
            </a:lvl8pPr>
            <a:lvl9pPr marL="3316777" indent="0" algn="ctr">
              <a:buNone/>
              <a:defRPr/>
            </a:lvl9pPr>
          </a:lstStyle>
          <a:p>
            <a:r>
              <a:rPr lang="x-none"/>
              <a:t>Click to edit Master subtitle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0412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882905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866"/>
            <a:ext cx="7771680" cy="136238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4597" indent="0">
              <a:buNone/>
              <a:defRPr sz="1600"/>
            </a:lvl2pPr>
            <a:lvl3pPr marL="829194" indent="0">
              <a:buNone/>
              <a:defRPr sz="1500"/>
            </a:lvl3pPr>
            <a:lvl4pPr marL="1243791" indent="0">
              <a:buNone/>
              <a:defRPr sz="1300"/>
            </a:lvl4pPr>
            <a:lvl5pPr marL="1658388" indent="0">
              <a:buNone/>
              <a:defRPr sz="1300"/>
            </a:lvl5pPr>
            <a:lvl6pPr marL="2072986" indent="0">
              <a:buNone/>
              <a:defRPr sz="1300"/>
            </a:lvl6pPr>
            <a:lvl7pPr marL="2487583" indent="0">
              <a:buNone/>
              <a:defRPr sz="1300"/>
            </a:lvl7pPr>
            <a:lvl8pPr marL="2902180" indent="0">
              <a:buNone/>
              <a:defRPr sz="1300"/>
            </a:lvl8pPr>
            <a:lvl9pPr marL="3316777" indent="0">
              <a:buNone/>
              <a:defRPr sz="13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8309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6480" y="1604328"/>
            <a:ext cx="4043520" cy="397625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241" y="1604328"/>
            <a:ext cx="4044960" cy="397625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994133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2" y="275073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597" indent="0">
              <a:buNone/>
              <a:defRPr sz="1800" b="1"/>
            </a:lvl2pPr>
            <a:lvl3pPr marL="829194" indent="0">
              <a:buNone/>
              <a:defRPr sz="1600" b="1"/>
            </a:lvl3pPr>
            <a:lvl4pPr marL="1243791" indent="0">
              <a:buNone/>
              <a:defRPr sz="1500" b="1"/>
            </a:lvl4pPr>
            <a:lvl5pPr marL="1658388" indent="0">
              <a:buNone/>
              <a:defRPr sz="1500" b="1"/>
            </a:lvl5pPr>
            <a:lvl6pPr marL="2072986" indent="0">
              <a:buNone/>
              <a:defRPr sz="1500" b="1"/>
            </a:lvl6pPr>
            <a:lvl7pPr marL="2487583" indent="0">
              <a:buNone/>
              <a:defRPr sz="1500" b="1"/>
            </a:lvl7pPr>
            <a:lvl8pPr marL="2902180" indent="0">
              <a:buNone/>
              <a:defRPr sz="1500" b="1"/>
            </a:lvl8pPr>
            <a:lvl9pPr marL="3316777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2" y="1535201"/>
            <a:ext cx="404208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597" indent="0">
              <a:buNone/>
              <a:defRPr sz="1800" b="1"/>
            </a:lvl2pPr>
            <a:lvl3pPr marL="829194" indent="0">
              <a:buNone/>
              <a:defRPr sz="1600" b="1"/>
            </a:lvl3pPr>
            <a:lvl4pPr marL="1243791" indent="0">
              <a:buNone/>
              <a:defRPr sz="1500" b="1"/>
            </a:lvl4pPr>
            <a:lvl5pPr marL="1658388" indent="0">
              <a:buNone/>
              <a:defRPr sz="1500" b="1"/>
            </a:lvl5pPr>
            <a:lvl6pPr marL="2072986" indent="0">
              <a:buNone/>
              <a:defRPr sz="1500" b="1"/>
            </a:lvl6pPr>
            <a:lvl7pPr marL="2487583" indent="0">
              <a:buNone/>
              <a:defRPr sz="1500" b="1"/>
            </a:lvl7pPr>
            <a:lvl8pPr marL="2902180" indent="0">
              <a:buNone/>
              <a:defRPr sz="1500" b="1"/>
            </a:lvl8pPr>
            <a:lvl9pPr marL="3316777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2" y="2174628"/>
            <a:ext cx="404208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51713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35976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2044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4" y="273632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394"/>
            <a:ext cx="3008160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597" indent="0">
              <a:buNone/>
              <a:defRPr sz="1100"/>
            </a:lvl2pPr>
            <a:lvl3pPr marL="829194" indent="0">
              <a:buNone/>
              <a:defRPr sz="900"/>
            </a:lvl3pPr>
            <a:lvl4pPr marL="1243791" indent="0">
              <a:buNone/>
              <a:defRPr sz="800"/>
            </a:lvl4pPr>
            <a:lvl5pPr marL="1658388" indent="0">
              <a:buNone/>
              <a:defRPr sz="800"/>
            </a:lvl5pPr>
            <a:lvl6pPr marL="2072986" indent="0">
              <a:buNone/>
              <a:defRPr sz="800"/>
            </a:lvl6pPr>
            <a:lvl7pPr marL="2487583" indent="0">
              <a:buNone/>
              <a:defRPr sz="800"/>
            </a:lvl7pPr>
            <a:lvl8pPr marL="2902180" indent="0">
              <a:buNone/>
              <a:defRPr sz="800"/>
            </a:lvl8pPr>
            <a:lvl9pPr marL="3316777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06130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4" y="4800026"/>
            <a:ext cx="5486400" cy="56742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4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597" indent="0">
              <a:buNone/>
              <a:defRPr sz="2500"/>
            </a:lvl2pPr>
            <a:lvl3pPr marL="829194" indent="0">
              <a:buNone/>
              <a:defRPr sz="2200"/>
            </a:lvl3pPr>
            <a:lvl4pPr marL="1243791" indent="0">
              <a:buNone/>
              <a:defRPr sz="1800"/>
            </a:lvl4pPr>
            <a:lvl5pPr marL="1658388" indent="0">
              <a:buNone/>
              <a:defRPr sz="1800"/>
            </a:lvl5pPr>
            <a:lvl6pPr marL="2072986" indent="0">
              <a:buNone/>
              <a:defRPr sz="1800"/>
            </a:lvl6pPr>
            <a:lvl7pPr marL="2487583" indent="0">
              <a:buNone/>
              <a:defRPr sz="1800"/>
            </a:lvl7pPr>
            <a:lvl8pPr marL="2902180" indent="0">
              <a:buNone/>
              <a:defRPr sz="1800"/>
            </a:lvl8pPr>
            <a:lvl9pPr marL="3316777" indent="0">
              <a:buNone/>
              <a:defRPr sz="18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pt-P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4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597" indent="0">
              <a:buNone/>
              <a:defRPr sz="1100"/>
            </a:lvl2pPr>
            <a:lvl3pPr marL="829194" indent="0">
              <a:buNone/>
              <a:defRPr sz="900"/>
            </a:lvl3pPr>
            <a:lvl4pPr marL="1243791" indent="0">
              <a:buNone/>
              <a:defRPr sz="800"/>
            </a:lvl4pPr>
            <a:lvl5pPr marL="1658388" indent="0">
              <a:buNone/>
              <a:defRPr sz="800"/>
            </a:lvl5pPr>
            <a:lvl6pPr marL="2072986" indent="0">
              <a:buNone/>
              <a:defRPr sz="800"/>
            </a:lvl6pPr>
            <a:lvl7pPr marL="2487583" indent="0">
              <a:buNone/>
              <a:defRPr sz="800"/>
            </a:lvl7pPr>
            <a:lvl8pPr marL="2902180" indent="0">
              <a:buNone/>
              <a:defRPr sz="800"/>
            </a:lvl8pPr>
            <a:lvl9pPr marL="3316777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77608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42250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880" y="273629"/>
            <a:ext cx="2056320" cy="5306958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6481" y="273629"/>
            <a:ext cx="6032160" cy="5306958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641927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481" y="273629"/>
            <a:ext cx="8226720" cy="1143480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424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03AE5DFF-D742-D82F-5D0A-612A2DBFB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6525"/>
            <a:ext cx="9144000" cy="2809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pPr>
              <a:defRPr/>
            </a:pPr>
            <a:endParaRPr lang="pt-PT">
              <a:latin typeface="Arial" charset="0"/>
              <a:ea typeface="ＭＳ Ｐゴシック" charset="0"/>
            </a:endParaRP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546668DC-DC03-DCDE-24DA-171C90D30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15888"/>
            <a:ext cx="7993062" cy="1144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9A12A68-445F-65DC-3986-E8A2B2932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412875"/>
            <a:ext cx="8856662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 dirty="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B317E57-44B3-30BC-3E9C-3A2859FD13C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713663" y="6527800"/>
            <a:ext cx="971550" cy="16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ct val="92000"/>
              </a:lnSpc>
              <a:tabLst>
                <a:tab pos="414338" algn="l"/>
                <a:tab pos="828675" algn="l"/>
              </a:tabLst>
              <a:defRPr sz="13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fld id="{B9B0676B-D560-46E0-AD84-1D4F366AE699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030" name="Text Box 6">
            <a:extLst>
              <a:ext uri="{FF2B5EF4-FFF2-40B4-BE49-F238E27FC236}">
                <a16:creationId xmlns:a16="http://schemas.microsoft.com/office/drawing/2014/main" id="{7A29FCB0-AADC-5721-DD7D-4A1C251F1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527800"/>
            <a:ext cx="7132638" cy="16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12903" rIns="0" bIns="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>
              <a:lnSpc>
                <a:spcPct val="92000"/>
              </a:lnSpc>
              <a:defRPr/>
            </a:pPr>
            <a:endParaRPr lang="en-US" sz="13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7E76F15-F59E-2C06-4C22-16F286000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499225"/>
            <a:ext cx="5356225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2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pt-BR" sz="1400">
                <a:solidFill>
                  <a:srgbClr val="FFFFFF"/>
                </a:solidFill>
                <a:latin typeface="Times New Roman" panose="02020603050405020304" pitchFamily="18" charset="0"/>
              </a:rPr>
              <a:t>IFBA  – João Guedes de Brito </a:t>
            </a:r>
            <a:r>
              <a:rPr lang="mr-IN" altLang="pt-BR" sz="1400">
                <a:solidFill>
                  <a:srgbClr val="FFFFFF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pt-BR" sz="1400">
                <a:solidFill>
                  <a:srgbClr val="FFFFFF"/>
                </a:solidFill>
                <a:latin typeface="Times New Roman" panose="02020603050405020304" pitchFamily="18" charset="0"/>
              </a:rPr>
              <a:t> joaoguedesdebrito@gmail.com</a:t>
            </a:r>
          </a:p>
        </p:txBody>
      </p:sp>
      <p:pic>
        <p:nvPicPr>
          <p:cNvPr id="1032" name="Picture 1">
            <a:extLst>
              <a:ext uri="{FF2B5EF4-FFF2-40B4-BE49-F238E27FC236}">
                <a16:creationId xmlns:a16="http://schemas.microsoft.com/office/drawing/2014/main" id="{65031232-80EB-9970-CA16-032D558D785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888" y="188913"/>
            <a:ext cx="8223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71" r:id="rId1"/>
    <p:sldLayoutId id="2147485336" r:id="rId2"/>
    <p:sldLayoutId id="2147485337" r:id="rId3"/>
    <p:sldLayoutId id="2147485338" r:id="rId4"/>
    <p:sldLayoutId id="2147485339" r:id="rId5"/>
    <p:sldLayoutId id="2147485340" r:id="rId6"/>
    <p:sldLayoutId id="2147485341" r:id="rId7"/>
    <p:sldLayoutId id="2147485342" r:id="rId8"/>
    <p:sldLayoutId id="2147485343" r:id="rId9"/>
    <p:sldLayoutId id="2147485344" r:id="rId10"/>
    <p:sldLayoutId id="2147485345" r:id="rId11"/>
    <p:sldLayoutId id="2147485372" r:id="rId12"/>
    <p:sldLayoutId id="2147485346" r:id="rId13"/>
    <p:sldLayoutId id="2147485347" r:id="rId14"/>
  </p:sldLayoutIdLst>
  <p:hf hdr="0" ftr="0" dt="0"/>
  <p:txStyles>
    <p:titleStyle>
      <a:lvl1pPr algn="l" defTabSz="414338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+mj-lt"/>
          <a:ea typeface="MS PGothic" panose="020B0600070205080204" pitchFamily="34" charset="-128"/>
          <a:cs typeface="+mj-cs"/>
        </a:defRPr>
      </a:lvl1pPr>
      <a:lvl2pPr algn="l" defTabSz="414338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Oswald Regular" charset="0"/>
          <a:ea typeface="MS PGothic" panose="020B0600070205080204" pitchFamily="34" charset="-128"/>
          <a:cs typeface="DejaVu Sans" charset="0"/>
        </a:defRPr>
      </a:lvl2pPr>
      <a:lvl3pPr algn="l" defTabSz="414338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Oswald Regular" charset="0"/>
          <a:ea typeface="MS PGothic" panose="020B0600070205080204" pitchFamily="34" charset="-128"/>
          <a:cs typeface="DejaVu Sans" charset="0"/>
        </a:defRPr>
      </a:lvl3pPr>
      <a:lvl4pPr algn="l" defTabSz="414338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Oswald Regular" charset="0"/>
          <a:ea typeface="MS PGothic" panose="020B0600070205080204" pitchFamily="34" charset="-128"/>
          <a:cs typeface="DejaVu Sans" charset="0"/>
        </a:defRPr>
      </a:lvl4pPr>
      <a:lvl5pPr algn="l" defTabSz="414338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Oswald Regular" charset="0"/>
          <a:ea typeface="MS PGothic" panose="020B0600070205080204" pitchFamily="34" charset="-128"/>
          <a:cs typeface="DejaVu Sans" charset="0"/>
        </a:defRPr>
      </a:lvl5pPr>
      <a:lvl6pPr marL="2280994" indent="-207363" algn="l" defTabSz="414726" rtl="0" eaLnBrk="1" fontAlgn="base" hangingPunct="1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Oswald Regular" charset="0"/>
          <a:ea typeface="ＭＳ Ｐゴシック" charset="0"/>
          <a:cs typeface="DejaVu Sans" charset="0"/>
        </a:defRPr>
      </a:lvl6pPr>
      <a:lvl7pPr marL="2695720" indent="-207363" algn="l" defTabSz="414726" rtl="0" eaLnBrk="1" fontAlgn="base" hangingPunct="1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Oswald Regular" charset="0"/>
          <a:ea typeface="ＭＳ Ｐゴシック" charset="0"/>
          <a:cs typeface="DejaVu Sans" charset="0"/>
        </a:defRPr>
      </a:lvl7pPr>
      <a:lvl8pPr marL="3110446" indent="-207363" algn="l" defTabSz="414726" rtl="0" eaLnBrk="1" fontAlgn="base" hangingPunct="1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Oswald Regular" charset="0"/>
          <a:ea typeface="ＭＳ Ｐゴシック" charset="0"/>
          <a:cs typeface="DejaVu Sans" charset="0"/>
        </a:defRPr>
      </a:lvl8pPr>
      <a:lvl9pPr marL="3525172" indent="-207363" algn="l" defTabSz="414726" rtl="0" eaLnBrk="1" fontAlgn="base" hangingPunct="1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Oswald Regular" charset="0"/>
          <a:ea typeface="ＭＳ Ｐゴシック" charset="0"/>
          <a:cs typeface="DejaVu Sans" charset="0"/>
        </a:defRPr>
      </a:lvl9pPr>
    </p:titleStyle>
    <p:bodyStyle>
      <a:lvl1pPr marL="414338" indent="-414338" algn="l" defTabSz="414338" rtl="0" eaLnBrk="0" fontAlgn="base" hangingPunct="0">
        <a:lnSpc>
          <a:spcPct val="111000"/>
        </a:lnSpc>
        <a:spcBef>
          <a:spcPts val="1288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sz="29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1pPr>
      <a:lvl2pPr marL="782638" indent="-293688" algn="l" defTabSz="414338" rtl="0" eaLnBrk="0" fontAlgn="base" hangingPunct="0">
        <a:lnSpc>
          <a:spcPct val="111000"/>
        </a:lnSpc>
        <a:spcBef>
          <a:spcPts val="1038"/>
        </a:spcBef>
        <a:spcAft>
          <a:spcPct val="0"/>
        </a:spcAft>
        <a:buClr>
          <a:srgbClr val="000000"/>
        </a:buClr>
        <a:buSzPct val="75000"/>
        <a:buFont typeface="Symbol" panose="05050102010706020507" pitchFamily="18" charset="2"/>
        <a:buChar char=""/>
        <a:tabLst>
          <a:tab pos="414338" algn="l"/>
          <a:tab pos="828675" algn="l"/>
          <a:tab pos="1243013" algn="l"/>
          <a:tab pos="1657350" algn="l"/>
          <a:tab pos="2073275" algn="l"/>
          <a:tab pos="2487613" algn="l"/>
          <a:tab pos="2901950" algn="l"/>
          <a:tab pos="3316288" algn="l"/>
          <a:tab pos="3732213" algn="l"/>
          <a:tab pos="4146550" algn="l"/>
          <a:tab pos="4560888" algn="l"/>
          <a:tab pos="4975225" algn="l"/>
          <a:tab pos="5391150" algn="l"/>
          <a:tab pos="5805488" algn="l"/>
          <a:tab pos="6219825" algn="l"/>
          <a:tab pos="6634163" algn="l"/>
          <a:tab pos="7050088" algn="l"/>
          <a:tab pos="7464425" algn="l"/>
          <a:tab pos="7878763" algn="l"/>
        </a:tabLst>
        <a:defRPr sz="25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2pPr>
      <a:lvl3pPr marL="1122363" indent="-293688" algn="l" defTabSz="414338" rtl="0" eaLnBrk="0" fontAlgn="base" hangingPunct="0">
        <a:lnSpc>
          <a:spcPct val="111000"/>
        </a:lnSpc>
        <a:spcBef>
          <a:spcPts val="1038"/>
        </a:spcBef>
        <a:spcAft>
          <a:spcPct val="0"/>
        </a:spcAft>
        <a:buClr>
          <a:srgbClr val="000000"/>
        </a:buClr>
        <a:buSzPct val="75000"/>
        <a:buFont typeface="Symbol" panose="05050102010706020507" pitchFamily="18" charset="2"/>
        <a:buChar char=""/>
        <a:tabLst>
          <a:tab pos="414338" algn="l"/>
          <a:tab pos="828675" algn="l"/>
          <a:tab pos="1243013" algn="l"/>
          <a:tab pos="1657350" algn="l"/>
          <a:tab pos="2073275" algn="l"/>
          <a:tab pos="2487613" algn="l"/>
          <a:tab pos="2901950" algn="l"/>
          <a:tab pos="3316288" algn="l"/>
          <a:tab pos="3732213" algn="l"/>
          <a:tab pos="4146550" algn="l"/>
          <a:tab pos="4560888" algn="l"/>
          <a:tab pos="4975225" algn="l"/>
          <a:tab pos="5391150" algn="l"/>
          <a:tab pos="5805488" algn="l"/>
          <a:tab pos="6219825" algn="l"/>
          <a:tab pos="6634163" algn="l"/>
          <a:tab pos="7050088" algn="l"/>
          <a:tab pos="7464425" algn="l"/>
          <a:tab pos="7878763" algn="l"/>
        </a:tabLst>
        <a:defRPr sz="22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3pPr>
      <a:lvl4pPr marL="1536700" indent="-293688" algn="l" defTabSz="414338" rtl="0" eaLnBrk="0" fontAlgn="base" hangingPunct="0">
        <a:lnSpc>
          <a:spcPct val="111000"/>
        </a:lnSpc>
        <a:spcBef>
          <a:spcPts val="1038"/>
        </a:spcBef>
        <a:spcAft>
          <a:spcPct val="0"/>
        </a:spcAft>
        <a:buClr>
          <a:srgbClr val="000000"/>
        </a:buClr>
        <a:buSzPct val="75000"/>
        <a:buFont typeface="Symbol" panose="05050102010706020507" pitchFamily="18" charset="2"/>
        <a:buChar char=""/>
        <a:tabLst>
          <a:tab pos="414338" algn="l"/>
          <a:tab pos="828675" algn="l"/>
          <a:tab pos="1243013" algn="l"/>
          <a:tab pos="1657350" algn="l"/>
          <a:tab pos="2073275" algn="l"/>
          <a:tab pos="2487613" algn="l"/>
          <a:tab pos="2901950" algn="l"/>
          <a:tab pos="3316288" algn="l"/>
          <a:tab pos="3732213" algn="l"/>
          <a:tab pos="4146550" algn="l"/>
          <a:tab pos="4560888" algn="l"/>
          <a:tab pos="4975225" algn="l"/>
          <a:tab pos="5391150" algn="l"/>
          <a:tab pos="5805488" algn="l"/>
          <a:tab pos="6219825" algn="l"/>
          <a:tab pos="6634163" algn="l"/>
          <a:tab pos="7050088" algn="l"/>
          <a:tab pos="7464425" algn="l"/>
          <a:tab pos="7878763" algn="l"/>
        </a:tabLst>
        <a:defRPr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4pPr>
      <a:lvl5pPr marL="1968500" indent="-309563" algn="l" defTabSz="414338" rtl="0" eaLnBrk="0" fontAlgn="base" hangingPunct="0">
        <a:lnSpc>
          <a:spcPct val="111000"/>
        </a:lnSpc>
        <a:spcBef>
          <a:spcPts val="263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5pPr>
      <a:lvl6pPr marL="2280994" indent="-207363" algn="l" defTabSz="414726" rtl="0" eaLnBrk="1" fontAlgn="base" hangingPunct="1">
        <a:lnSpc>
          <a:spcPct val="111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6pPr>
      <a:lvl7pPr marL="2695720" indent="-207363" algn="l" defTabSz="414726" rtl="0" eaLnBrk="1" fontAlgn="base" hangingPunct="1">
        <a:lnSpc>
          <a:spcPct val="111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7pPr>
      <a:lvl8pPr marL="3110446" indent="-207363" algn="l" defTabSz="414726" rtl="0" eaLnBrk="1" fontAlgn="base" hangingPunct="1">
        <a:lnSpc>
          <a:spcPct val="111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8pPr>
      <a:lvl9pPr marL="3525172" indent="-207363" algn="l" defTabSz="414726" rtl="0" eaLnBrk="1" fontAlgn="base" hangingPunct="1">
        <a:lnSpc>
          <a:spcPct val="111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726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452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4178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904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3631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8357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3083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7809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>
            <a:extLst>
              <a:ext uri="{FF2B5EF4-FFF2-40B4-BE49-F238E27FC236}">
                <a16:creationId xmlns:a16="http://schemas.microsoft.com/office/drawing/2014/main" id="{6DBD43BC-A6CC-A68B-BE00-CFD1777C8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6425" cy="1144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20351E43-94EB-223B-9609-51AEA52573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6425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25802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C5AE972-92EA-D82F-8355-4E4E2581050D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6813"/>
            <a:ext cx="2127250" cy="47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2000"/>
              </a:lnSpc>
              <a:tabLst>
                <a:tab pos="414683" algn="l"/>
                <a:tab pos="829366" algn="l"/>
                <a:tab pos="1244049" algn="l"/>
                <a:tab pos="1658732" algn="l"/>
                <a:tab pos="2073416" algn="l"/>
              </a:tabLst>
              <a:defRPr sz="1300">
                <a:solidFill>
                  <a:srgbClr val="000000"/>
                </a:solidFill>
                <a:latin typeface="Times New Roman" charset="0"/>
                <a:ea typeface="ＭＳ Ｐゴシック" charset="0"/>
                <a:cs typeface="DejaVu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A65541F-7D69-A220-2E96-463B0511505E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127375" y="6246813"/>
            <a:ext cx="2897188" cy="47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2000"/>
              </a:lnSpc>
              <a:tabLst>
                <a:tab pos="414683" algn="l"/>
                <a:tab pos="829366" algn="l"/>
                <a:tab pos="1244049" algn="l"/>
                <a:tab pos="1658732" algn="l"/>
                <a:tab pos="2073416" algn="l"/>
                <a:tab pos="2488099" algn="l"/>
              </a:tabLst>
              <a:defRPr sz="1300">
                <a:solidFill>
                  <a:srgbClr val="000000"/>
                </a:solidFill>
                <a:latin typeface="Times New Roman" charset="0"/>
                <a:ea typeface="ＭＳ Ｐゴシック" charset="0"/>
                <a:cs typeface="DejaVu Sans" charset="0"/>
              </a:defRPr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D851621-FDDA-9169-9DE3-E81BDFFE03A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6375" y="6246813"/>
            <a:ext cx="2128838" cy="47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2000"/>
              </a:lnSpc>
              <a:tabLst>
                <a:tab pos="414338" algn="l"/>
                <a:tab pos="828675" algn="l"/>
                <a:tab pos="1243013" algn="l"/>
                <a:tab pos="1657350" algn="l"/>
                <a:tab pos="2073275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fld id="{C2533BEB-EC20-4D27-AB8A-CF1F95A32F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48" r:id="rId1"/>
    <p:sldLayoutId id="2147485349" r:id="rId2"/>
    <p:sldLayoutId id="2147485350" r:id="rId3"/>
    <p:sldLayoutId id="2147485351" r:id="rId4"/>
    <p:sldLayoutId id="2147485352" r:id="rId5"/>
    <p:sldLayoutId id="2147485353" r:id="rId6"/>
    <p:sldLayoutId id="2147485354" r:id="rId7"/>
    <p:sldLayoutId id="2147485355" r:id="rId8"/>
    <p:sldLayoutId id="2147485356" r:id="rId9"/>
    <p:sldLayoutId id="2147485357" r:id="rId10"/>
    <p:sldLayoutId id="2147485358" r:id="rId11"/>
  </p:sldLayoutIdLst>
  <p:hf hdr="0" dt="0"/>
  <p:txStyles>
    <p:titleStyle>
      <a:lvl1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2pPr>
      <a:lvl3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3pPr>
      <a:lvl4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4pPr>
      <a:lvl5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5pPr>
      <a:lvl6pPr marL="2280758" indent="-207341" algn="ctr" defTabSz="41468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6pPr>
      <a:lvl7pPr marL="2695440" indent="-207341" algn="ctr" defTabSz="41468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7pPr>
      <a:lvl8pPr marL="3110124" indent="-207341" algn="ctr" defTabSz="41468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8pPr>
      <a:lvl9pPr marL="3524806" indent="-207341" algn="ctr" defTabSz="41468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9pPr>
    </p:titleStyle>
    <p:bodyStyle>
      <a:lvl1pPr marL="309563" indent="-309563" algn="l" defTabSz="414338" rtl="0" eaLnBrk="0" fontAlgn="base" hangingPunct="0">
        <a:lnSpc>
          <a:spcPct val="93000"/>
        </a:lnSpc>
        <a:spcBef>
          <a:spcPts val="12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9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1pPr>
      <a:lvl2pPr marL="673100" indent="-258763" algn="l" defTabSz="414338" rtl="0" eaLnBrk="0" fontAlgn="base" hangingPunct="0">
        <a:lnSpc>
          <a:spcPct val="93000"/>
        </a:lnSpc>
        <a:spcBef>
          <a:spcPts val="10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5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2pPr>
      <a:lvl3pPr marL="1036638" indent="-206375" algn="l" defTabSz="414338" rtl="0" eaLnBrk="0" fontAlgn="base" hangingPunct="0">
        <a:lnSpc>
          <a:spcPct val="93000"/>
        </a:lnSpc>
        <a:spcBef>
          <a:spcPts val="7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2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3pPr>
      <a:lvl4pPr marL="1450975" indent="-206375" algn="l" defTabSz="414338" rtl="0" eaLnBrk="0" fontAlgn="base" hangingPunct="0">
        <a:lnSpc>
          <a:spcPct val="93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4pPr>
      <a:lvl5pPr marL="1865313" indent="-206375" algn="l" defTabSz="414338" rtl="0" eaLnBrk="0" fontAlgn="base" hangingPunct="0">
        <a:lnSpc>
          <a:spcPct val="93000"/>
        </a:lnSpc>
        <a:spcBef>
          <a:spcPts val="26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5pPr>
      <a:lvl6pPr marL="2280758" indent="-207341" algn="l" defTabSz="414683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6pPr>
      <a:lvl7pPr marL="2695440" indent="-207341" algn="l" defTabSz="414683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7pPr>
      <a:lvl8pPr marL="3110124" indent="-207341" algn="l" defTabSz="414683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8pPr>
      <a:lvl9pPr marL="3524806" indent="-207341" algn="l" defTabSz="414683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683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366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4049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732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3416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8099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2782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7465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4B253AE9-94E9-D544-E806-479B63294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6425" cy="1144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7358C97E-B0C9-6BED-521A-BCDFE75548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6425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258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59" r:id="rId1"/>
    <p:sldLayoutId id="2147485360" r:id="rId2"/>
    <p:sldLayoutId id="2147485361" r:id="rId3"/>
    <p:sldLayoutId id="2147485362" r:id="rId4"/>
    <p:sldLayoutId id="2147485363" r:id="rId5"/>
    <p:sldLayoutId id="2147485364" r:id="rId6"/>
    <p:sldLayoutId id="2147485365" r:id="rId7"/>
    <p:sldLayoutId id="2147485366" r:id="rId8"/>
    <p:sldLayoutId id="2147485367" r:id="rId9"/>
    <p:sldLayoutId id="2147485368" r:id="rId10"/>
    <p:sldLayoutId id="2147485369" r:id="rId11"/>
    <p:sldLayoutId id="2147485370" r:id="rId12"/>
  </p:sldLayoutIdLst>
  <p:hf hdr="0" dt="0"/>
  <p:txStyles>
    <p:titleStyle>
      <a:lvl1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2pPr>
      <a:lvl3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3pPr>
      <a:lvl4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4pPr>
      <a:lvl5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5pPr>
      <a:lvl6pPr marL="2280522" indent="-207320" algn="ctr" defTabSz="414640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6pPr>
      <a:lvl7pPr marL="2695161" indent="-207320" algn="ctr" defTabSz="414640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7pPr>
      <a:lvl8pPr marL="3109802" indent="-207320" algn="ctr" defTabSz="414640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8pPr>
      <a:lvl9pPr marL="3524441" indent="-207320" algn="ctr" defTabSz="414640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9pPr>
    </p:titleStyle>
    <p:bodyStyle>
      <a:lvl1pPr marL="309563" indent="-309563" algn="l" defTabSz="414338" rtl="0" eaLnBrk="0" fontAlgn="base" hangingPunct="0">
        <a:lnSpc>
          <a:spcPct val="93000"/>
        </a:lnSpc>
        <a:spcBef>
          <a:spcPts val="12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9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1pPr>
      <a:lvl2pPr marL="673100" indent="-258763" algn="l" defTabSz="414338" rtl="0" eaLnBrk="0" fontAlgn="base" hangingPunct="0">
        <a:lnSpc>
          <a:spcPct val="93000"/>
        </a:lnSpc>
        <a:spcBef>
          <a:spcPts val="10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5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2pPr>
      <a:lvl3pPr marL="1035050" indent="-206375" algn="l" defTabSz="414338" rtl="0" eaLnBrk="0" fontAlgn="base" hangingPunct="0">
        <a:lnSpc>
          <a:spcPct val="93000"/>
        </a:lnSpc>
        <a:spcBef>
          <a:spcPts val="7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2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3pPr>
      <a:lvl4pPr marL="1450975" indent="-206375" algn="l" defTabSz="414338" rtl="0" eaLnBrk="0" fontAlgn="base" hangingPunct="0">
        <a:lnSpc>
          <a:spcPct val="93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4pPr>
      <a:lvl5pPr marL="1865313" indent="-206375" algn="l" defTabSz="414338" rtl="0" eaLnBrk="0" fontAlgn="base" hangingPunct="0">
        <a:lnSpc>
          <a:spcPct val="93000"/>
        </a:lnSpc>
        <a:spcBef>
          <a:spcPts val="26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5pPr>
      <a:lvl6pPr marL="2280522" indent="-207320" algn="l" defTabSz="414640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6pPr>
      <a:lvl7pPr marL="2695161" indent="-207320" algn="l" defTabSz="414640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7pPr>
      <a:lvl8pPr marL="3109802" indent="-207320" algn="l" defTabSz="414640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8pPr>
      <a:lvl9pPr marL="3524441" indent="-207320" algn="l" defTabSz="414640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640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280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3920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560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3201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7841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2481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7121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472BA3A6-FE31-EE1C-480E-E9B7F3B61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768475"/>
            <a:ext cx="9070975" cy="127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1000"/>
              </a:lnSpc>
            </a:pPr>
            <a:r>
              <a:rPr lang="pt-BR" altLang="pt-BR" sz="5400">
                <a:solidFill>
                  <a:srgbClr val="000000"/>
                </a:solidFill>
                <a:latin typeface="Oswald Regular" pitchFamily="6" charset="0"/>
              </a:rPr>
              <a:t>Revisão pós-SBESC 2026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9FCD1F7-87F7-A831-462F-C02D2D39C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" y="3497263"/>
            <a:ext cx="9070975" cy="130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t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ctr">
              <a:lnSpc>
                <a:spcPct val="111000"/>
              </a:lnSpc>
              <a:defRPr/>
            </a:pPr>
            <a:r>
              <a:rPr lang="pt-BR" sz="3200" dirty="0">
                <a:latin typeface="Titillium Web" charset="0"/>
              </a:rPr>
              <a:t>Sistema Autônomo de Autenticação Contextual</a:t>
            </a:r>
          </a:p>
          <a:p>
            <a:pPr algn="ctr">
              <a:lnSpc>
                <a:spcPct val="111000"/>
              </a:lnSpc>
              <a:defRPr/>
            </a:pPr>
            <a:r>
              <a:rPr lang="pt-BR" sz="2300" dirty="0">
                <a:latin typeface="Titillium Web" charset="0"/>
              </a:rPr>
              <a:t>Discente: João Guedes de Brito</a:t>
            </a:r>
          </a:p>
          <a:p>
            <a:pPr algn="ctr">
              <a:lnSpc>
                <a:spcPct val="111000"/>
              </a:lnSpc>
              <a:defRPr/>
            </a:pPr>
            <a:r>
              <a:rPr lang="pt-BR" sz="2300" dirty="0" err="1">
                <a:latin typeface="Titillium Web" charset="0"/>
              </a:rPr>
              <a:t>Orientador: Prof. Cleber Jorge Lira de Santana</a:t>
            </a:r>
            <a:endParaRPr lang="pt-BR" sz="2300" dirty="0">
              <a:latin typeface="Titillium Web" charset="0"/>
            </a:endParaRPr>
          </a:p>
        </p:txBody>
      </p:sp>
      <p:pic>
        <p:nvPicPr>
          <p:cNvPr id="30723" name="Picture 1">
            <a:extLst>
              <a:ext uri="{FF2B5EF4-FFF2-40B4-BE49-F238E27FC236}">
                <a16:creationId xmlns:a16="http://schemas.microsoft.com/office/drawing/2014/main" id="{E0F91B4D-91A1-2795-58E5-504A50B23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94188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2" name="c162"/>
          <p:cNvSpPr txBox="1"/>
          <p:nvPr/>
        </p:nvSpPr>
        <p:spPr>
          <a:xfrm>
            <a:off x="482138" y="5394960"/>
            <a:ext cx="8478982" cy="51435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75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Reunião de orientação · 05/10/2026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pt-BR" dirty="0"/>
              <a:t>O artigo #33972 não foi aceito no SBESC 2026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DAA50-D663-4C2B-8494-40744BE0AC0A}" type="slidenum">
              <a:rPr lang="pt-BR"/>
              <a:t>1</a:t>
            </a:fld>
            <a:endParaRPr lang="pt-BR"/>
          </a:p>
        </p:txBody>
      </p:sp>
      <p:sp>
        <p:nvSpPr>
          <p:cNvPr id="101" name="c101"/>
          <p:cNvSpPr txBox="1"/>
          <p:nvPr/>
        </p:nvSpPr>
        <p:spPr>
          <a:xfrm>
            <a:off x="182880" y="1261872"/>
            <a:ext cx="8977745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RESULTADO · NOTIFICAÇÃO DE 24/09/2026</a:t>
            </a:r>
          </a:p>
        </p:txBody>
      </p:sp>
      <p:sp>
        <p:nvSpPr>
          <p:cNvPr id="102" name="c102"/>
          <p:cNvSpPr/>
          <p:nvPr/>
        </p:nvSpPr>
        <p:spPr>
          <a:xfrm>
            <a:off x="182880" y="1691640"/>
            <a:ext cx="4239491" cy="303466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pt-BR" sz="185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Revisor 1 · confiança alta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600" b="1" i="0" dirty="0">
                <a:solidFill>
                  <a:srgbClr val="B03A2E"/>
                </a:solidFill>
                <a:latin typeface="Titillium Web"/>
                <a:cs typeface="Titillium Web"/>
              </a:rPr>
              <a:t xml:space="preserve">Strong Reject · conteúdo técnico 1/5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Baixou o repositório, rodou o script e confirmou as métricas.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Encontrou afirmações do texto que o código não sustenta.</a:t>
            </a:r>
          </a:p>
        </p:txBody>
      </p:sp>
      <p:sp>
        <p:nvSpPr>
          <p:cNvPr id="103" name="c103"/>
          <p:cNvSpPr/>
          <p:nvPr/>
        </p:nvSpPr>
        <p:spPr>
          <a:xfrm>
            <a:off x="4721629" y="1691640"/>
            <a:ext cx="4239491" cy="303466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D1D6"/>
            </a:solidFill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pt-BR" sz="185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Revisor 2 · confiança baixa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6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Borderline · conteúdo técnico 4/5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Achou a ideia interessante e o texto claro.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Aceitaria como artigo curto ou pôster.</a:t>
            </a:r>
          </a:p>
        </p:txBody>
      </p:sp>
      <p:sp>
        <p:nvSpPr>
          <p:cNvPr id="104" name="c104"/>
          <p:cNvSpPr/>
          <p:nvPr/>
        </p:nvSpPr>
        <p:spPr>
          <a:xfrm>
            <a:off x="182880" y="5034915"/>
            <a:ext cx="8778240" cy="1080135"/>
          </a:xfrm>
          <a:prstGeom prst="roundRect">
            <a:avLst>
              <a:gd name="adj" fmla="val 6000"/>
            </a:avLst>
          </a:prstGeom>
          <a:solidFill>
            <a:srgbClr val="E6F3EA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0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Não há reenvio ao SBESC 2026. </a:t>
            </a:r>
            <a:r>
              <a:rPr lang="pt-BR" sz="15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As avaliações servem de roteiro para revisar o projeto antes da qualificação.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pt-BR" dirty="0"/>
              <a:t>O que os revisores apontaram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DAA50-D663-4C2B-8494-40744BE0AC0A}" type="slidenum">
              <a:rPr lang="pt-BR"/>
              <a:t>1</a:t>
            </a:fld>
            <a:endParaRPr lang="pt-BR"/>
          </a:p>
        </p:txBody>
      </p:sp>
      <p:sp>
        <p:nvSpPr>
          <p:cNvPr id="105" name="c105"/>
          <p:cNvSpPr txBox="1"/>
          <p:nvPr/>
        </p:nvSpPr>
        <p:spPr>
          <a:xfrm>
            <a:off x="182880" y="1261872"/>
            <a:ext cx="8977745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QUATRO CRÍTICAS TÉCNICAS E QUATRO PEDIDOS DE ANÁLISE</a:t>
            </a:r>
          </a:p>
        </p:txBody>
      </p:sp>
      <p:sp>
        <p:nvSpPr>
          <p:cNvPr id="106" name="c106"/>
          <p:cNvSpPr/>
          <p:nvPr/>
        </p:nvSpPr>
        <p:spPr>
          <a:xfrm>
            <a:off x="182880" y="1691640"/>
            <a:ext cx="4239491" cy="34975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pt-BR" sz="1950" b="1" i="0" dirty="0">
                <a:solidFill>
                  <a:srgbClr val="B03A2E"/>
                </a:solidFill>
                <a:latin typeface="Titillium Web"/>
                <a:cs typeface="Titillium Web"/>
              </a:rPr>
              <a:t xml:space="preserve">Revisor 1</a:t>
            </a:r>
          </a:p>
          <a:p>
            <a:pPr marL="228600" indent="-228600" algn="l">
              <a:spcAft>
                <a:spcPts val="1100"/>
              </a:spcAft>
              <a:buClr>
                <a:srgbClr val="009240"/>
              </a:buClr>
              <a:buFont typeface="Arial"/>
              <a:buChar char="•"/>
            </a:pPr>
            <a:r>
              <a:rPr lang="pt-BR" sz="17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A blockchain está simulada no código: não há rede Fabric</a:t>
            </a:r>
          </a:p>
          <a:p>
            <a:pPr marL="228600" indent="-228600" algn="l">
              <a:spcAft>
                <a:spcPts val="1100"/>
              </a:spcAft>
              <a:buClr>
                <a:srgbClr val="009240"/>
              </a:buClr>
              <a:buFont typeface="Arial"/>
              <a:buChar char="•"/>
            </a:pPr>
            <a:r>
              <a:rPr lang="pt-BR" sz="17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A decisão em três faixas nunca foi avaliada</a:t>
            </a:r>
          </a:p>
          <a:p>
            <a:pPr marL="228600" indent="-228600" algn="l">
              <a:spcAft>
                <a:spcPts val="1100"/>
              </a:spcAft>
              <a:buClr>
                <a:srgbClr val="009240"/>
              </a:buClr>
              <a:buFont typeface="Arial"/>
              <a:buChar char="•"/>
            </a:pPr>
            <a:r>
              <a:rPr lang="pt-BR" sz="17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A metodologia contradiz o gerador de dados</a:t>
            </a:r>
          </a:p>
          <a:p>
            <a:pPr marL="228600" indent="-228600" algn="l">
              <a:spcAft>
                <a:spcPts val="1100"/>
              </a:spcAft>
              <a:buClr>
                <a:srgbClr val="009240"/>
              </a:buClr>
              <a:buFont typeface="Arial"/>
              <a:buChar char="•"/>
            </a:pPr>
            <a:r>
              <a:rPr lang="pt-BR" sz="17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A Eq. (1) não é a fórmula implementada</a:t>
            </a:r>
          </a:p>
        </p:txBody>
      </p:sp>
      <p:sp>
        <p:nvSpPr>
          <p:cNvPr id="107" name="c107"/>
          <p:cNvSpPr/>
          <p:nvPr/>
        </p:nvSpPr>
        <p:spPr>
          <a:xfrm>
            <a:off x="4721629" y="1691640"/>
            <a:ext cx="4239491" cy="34975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pt-BR" sz="195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Revisor 2</a:t>
            </a:r>
          </a:p>
          <a:p>
            <a:pPr marL="228600" indent="-228600" algn="l">
              <a:spcAft>
                <a:spcPts val="1100"/>
              </a:spcAft>
              <a:buClr>
                <a:srgbClr val="009240"/>
              </a:buClr>
              <a:buFont typeface="Arial"/>
              <a:buChar char="•"/>
            </a:pPr>
            <a:r>
              <a:rPr lang="pt-BR" sz="17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Dados sintéticos com rotulagem circular</a:t>
            </a:r>
          </a:p>
          <a:p>
            <a:pPr marL="228600" indent="-228600" algn="l">
              <a:spcAft>
                <a:spcPts val="1100"/>
              </a:spcAft>
              <a:buClr>
                <a:srgbClr val="009240"/>
              </a:buClr>
              <a:buFont typeface="Arial"/>
              <a:buChar char="•"/>
            </a:pPr>
            <a:r>
              <a:rPr lang="pt-BR" sz="17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Testar outras proporções de ataque e outros pesos</a:t>
            </a:r>
          </a:p>
          <a:p>
            <a:pPr marL="228600" indent="-228600" algn="l">
              <a:spcAft>
                <a:spcPts val="1100"/>
              </a:spcAft>
              <a:buClr>
                <a:srgbClr val="009240"/>
              </a:buClr>
              <a:buFont typeface="Arial"/>
              <a:buChar char="•"/>
            </a:pPr>
            <a:r>
              <a:rPr lang="pt-BR" sz="17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Desempenho do blockchain sob carga</a:t>
            </a:r>
          </a:p>
          <a:p>
            <a:pPr marL="228600" indent="-228600" algn="l">
              <a:spcAft>
                <a:spcPts val="1100"/>
              </a:spcAft>
              <a:buClr>
                <a:srgbClr val="009240"/>
              </a:buClr>
              <a:buFont typeface="Arial"/>
              <a:buChar char="•"/>
            </a:pPr>
            <a:r>
              <a:rPr lang="pt-BR" sz="17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Robustez contra um atacante que conhece as 14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pt-BR" dirty="0"/>
              <a:t>O que o texto afirmava e o que o código faz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DAA50-D663-4C2B-8494-40744BE0AC0A}" type="slidenum">
              <a:rPr lang="pt-BR"/>
              <a:t>1</a:t>
            </a:fld>
            <a:endParaRPr lang="pt-BR"/>
          </a:p>
        </p:txBody>
      </p:sp>
      <p:sp>
        <p:nvSpPr>
          <p:cNvPr id="108" name="c108"/>
          <p:cNvSpPr txBox="1"/>
          <p:nvPr/>
        </p:nvSpPr>
        <p:spPr>
          <a:xfrm>
            <a:off x="182880" y="1261872"/>
            <a:ext cx="8977745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AUDITORIA DO CÓDIGO</a:t>
            </a:r>
          </a:p>
        </p:txBody>
      </p:sp>
      <p:graphicFrame>
        <p:nvGraphicFramePr>
          <p:cNvPr id="109" name="t109"/>
          <p:cNvGraphicFramePr>
            <a:graphicFrameLocks noGrp="1"/>
          </p:cNvGraphicFramePr>
          <p:nvPr/>
        </p:nvGraphicFramePr>
        <p:xfrm>
          <a:off x="182880" y="1691640"/>
          <a:ext cx="8778240" cy="4032504"/>
        </p:xfrm>
        <a:graphic>
          <a:graphicData uri="http://schemas.openxmlformats.org/drawingml/2006/table">
            <a:tbl>
              <a:tblPr firstRow="1" bandRow="1"/>
              <a:tblGrid>
                <a:gridCol w="3192087"/>
                <a:gridCol w="5586153"/>
              </a:tblGrid>
              <a:tr h="5760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O texto afirmava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O protótipo, na verdade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Registro imutável em Hyperledger Fabric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Serviço simulado; decisões numa tabela PostgreSQL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Decisão em três faixas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MFA quando o escore de confiança fica abaixo de 0,5; nenhum bloqueio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Microsserviço de IA em Python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Modelos avaliados só offline; o Java tem implementação própria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Keycloak integrado e validado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Perfil opcional, não usado na implantação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Kubernetes, ELK e Grafana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Não existem; só Docker e GitHub Actions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Rótulos revisados por especialistas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O rótulo é o ramo do gerador sintético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10" name="c110"/>
          <p:cNvSpPr txBox="1"/>
          <p:nvPr/>
        </p:nvSpPr>
        <p:spPr>
          <a:xfrm>
            <a:off x="182880" y="5909310"/>
            <a:ext cx="877824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5F6B73"/>
                </a:solidFill>
                <a:latin typeface="Titillium Web"/>
                <a:cs typeface="Titillium Web"/>
              </a:rPr>
              <a:t xml:space="preserve">Tudo isso foi corrigido no artigo v2 e no documento de qualificação v2.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pt-BR" dirty="0"/>
              <a:t>O texto agora descreve só o que existe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DAA50-D663-4C2B-8494-40744BE0AC0A}" type="slidenum">
              <a:rPr lang="pt-BR"/>
              <a:t>1</a:t>
            </a:fld>
            <a:endParaRPr lang="pt-BR"/>
          </a:p>
        </p:txBody>
      </p:sp>
      <p:sp>
        <p:nvSpPr>
          <p:cNvPr id="111" name="c111"/>
          <p:cNvSpPr txBox="1"/>
          <p:nvPr/>
        </p:nvSpPr>
        <p:spPr>
          <a:xfrm>
            <a:off x="182880" y="1261872"/>
            <a:ext cx="8977745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CORREÇÕES NO TEXTO</a:t>
            </a:r>
          </a:p>
        </p:txBody>
      </p:sp>
      <p:sp>
        <p:nvSpPr>
          <p:cNvPr id="112" name="c112"/>
          <p:cNvSpPr/>
          <p:nvPr/>
        </p:nvSpPr>
        <p:spPr>
          <a:xfrm>
            <a:off x="182880" y="1691640"/>
            <a:ext cx="2793076" cy="257175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pt-BR" sz="185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Auditoria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A camada blockchain passa a ser apresentada como projeto.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Nenhuma propriedade de imutabilidade é reivindicada.</a:t>
            </a:r>
          </a:p>
        </p:txBody>
      </p:sp>
      <p:sp>
        <p:nvSpPr>
          <p:cNvPr id="113" name="c113"/>
          <p:cNvSpPr/>
          <p:nvPr/>
        </p:nvSpPr>
        <p:spPr>
          <a:xfrm>
            <a:off x="3175462" y="1691640"/>
            <a:ext cx="2793076" cy="257175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pt-BR" sz="185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Metodologia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Gerador descrito como é e hiperparâmetros publicados.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Validação cruzada refeita só no treino.</a:t>
            </a:r>
          </a:p>
        </p:txBody>
      </p:sp>
      <p:sp>
        <p:nvSpPr>
          <p:cNvPr id="114" name="c114"/>
          <p:cNvSpPr/>
          <p:nvPr/>
        </p:nvSpPr>
        <p:spPr>
          <a:xfrm>
            <a:off x="6168044" y="1691640"/>
            <a:ext cx="2793076" cy="257175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pt-BR" sz="185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Protótipo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Um parágrafo de estado do protótipo separa a arquitetura-alvo do que já existe.</a:t>
            </a:r>
          </a:p>
        </p:txBody>
      </p:sp>
      <p:sp>
        <p:nvSpPr>
          <p:cNvPr id="115" name="c115"/>
          <p:cNvSpPr/>
          <p:nvPr/>
        </p:nvSpPr>
        <p:spPr>
          <a:xfrm>
            <a:off x="182880" y="4520565"/>
            <a:ext cx="8778240" cy="977265"/>
          </a:xfrm>
          <a:prstGeom prst="roundRect">
            <a:avLst>
              <a:gd name="adj" fmla="val 6000"/>
            </a:avLst>
          </a:prstGeom>
          <a:solidFill>
            <a:srgbClr val="E6F3EA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Entregas: </a:t>
            </a:r>
            <a:r>
              <a:rPr lang="pt-BR" sz="14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artigo v2 (PT e EN), qualificação v2 e um documento que liga cada crítica à alteração feita.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pt-BR" dirty="0"/>
              <a:t>O ensemble supera cada modelo isolado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DAA50-D663-4C2B-8494-40744BE0AC0A}" type="slidenum">
              <a:rPr lang="pt-BR"/>
              <a:t>1</a:t>
            </a:fld>
            <a:endParaRPr lang="pt-BR"/>
          </a:p>
        </p:txBody>
      </p:sp>
      <p:sp>
        <p:nvSpPr>
          <p:cNvPr id="116" name="c116"/>
          <p:cNvSpPr txBox="1"/>
          <p:nvPr/>
        </p:nvSpPr>
        <p:spPr>
          <a:xfrm>
            <a:off x="182880" y="1261872"/>
            <a:ext cx="8977745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NOVOS EXPERIMENTOS · 1 DE 4</a:t>
            </a:r>
          </a:p>
        </p:txBody>
      </p:sp>
      <p:sp>
        <p:nvSpPr>
          <p:cNvPr id="117" name="c117"/>
          <p:cNvSpPr txBox="1"/>
          <p:nvPr/>
        </p:nvSpPr>
        <p:spPr>
          <a:xfrm>
            <a:off x="182880" y="1691640"/>
            <a:ext cx="2992582" cy="1594485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430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80,2%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50" b="0" i="0" dirty="0">
                <a:solidFill>
                  <a:srgbClr val="5F6B73"/>
                </a:solidFill>
                <a:latin typeface="Titillium Web"/>
                <a:cs typeface="Titillium Web"/>
              </a:rPr>
              <a:t xml:space="preserve">F1 no teste · AUC 0,99</a:t>
            </a:r>
          </a:p>
        </p:txBody>
      </p:sp>
      <p:sp>
        <p:nvSpPr>
          <p:cNvPr id="118" name="c118"/>
          <p:cNvSpPr txBox="1"/>
          <p:nvPr/>
        </p:nvSpPr>
        <p:spPr>
          <a:xfrm>
            <a:off x="182880" y="3388995"/>
            <a:ext cx="2992582" cy="1594485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43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+2,7 pts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50" b="0" i="0" dirty="0">
                <a:solidFill>
                  <a:srgbClr val="5F6B73"/>
                </a:solidFill>
                <a:latin typeface="Titillium Web"/>
                <a:cs typeface="Titillium Web"/>
              </a:rPr>
              <a:t xml:space="preserve">de F1 sobre a Random Forest</a:t>
            </a:r>
          </a:p>
        </p:txBody>
      </p:sp>
      <p:graphicFrame>
        <p:nvGraphicFramePr>
          <p:cNvPr id="119" name="t119"/>
          <p:cNvGraphicFramePr>
            <a:graphicFrameLocks noGrp="1"/>
          </p:cNvGraphicFramePr>
          <p:nvPr/>
        </p:nvGraphicFramePr>
        <p:xfrm>
          <a:off x="3474720" y="1794510"/>
          <a:ext cx="5486400" cy="2983230"/>
        </p:xfrm>
        <a:graphic>
          <a:graphicData uri="http://schemas.openxmlformats.org/drawingml/2006/table">
            <a:tbl>
              <a:tblPr firstRow="1" bandRow="1"/>
              <a:tblGrid>
                <a:gridCol w="2194560"/>
                <a:gridCol w="1097280"/>
                <a:gridCol w="1097280"/>
                <a:gridCol w="1097280"/>
              </a:tblGrid>
              <a:tr h="59664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Modelo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F1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FPR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PR-AUC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Isolation Forest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0,767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1,26%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0,855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Random Forest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0,775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1,15%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0,857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Rede neural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0,774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1,34%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0,860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Ensemble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EF3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0,802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EF3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0,84%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EF3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0,903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EF3D6"/>
                    </a:solidFill>
                  </a:tcPr>
                </a:tc>
              </a:tr>
            </a:tbl>
          </a:graphicData>
        </a:graphic>
      </p:graphicFrame>
      <p:sp>
        <p:nvSpPr>
          <p:cNvPr id="120" name="c120"/>
          <p:cNvSpPr/>
          <p:nvPr/>
        </p:nvSpPr>
        <p:spPr>
          <a:xfrm>
            <a:off x="182880" y="5240655"/>
            <a:ext cx="8778240" cy="977265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5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Ressalva: </a:t>
            </a:r>
            <a:r>
              <a:rPr lang="pt-BR" sz="13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os pesos 0,4/0,3/0,3 ficam em 19.º entre 66 combinações (F1 de 0,767 a 0,820). Validação cruzada só no treino: F1 80,3% ± 1,3%.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pt-BR" dirty="0"/>
              <a:t>Nas três faixas, 7,3% dos ataques passam sem desafio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DAA50-D663-4C2B-8494-40744BE0AC0A}" type="slidenum">
              <a:rPr lang="pt-BR"/>
              <a:t>1</a:t>
            </a:fld>
            <a:endParaRPr lang="pt-BR"/>
          </a:p>
        </p:txBody>
      </p:sp>
      <p:sp>
        <p:nvSpPr>
          <p:cNvPr id="121" name="c121"/>
          <p:cNvSpPr txBox="1"/>
          <p:nvPr/>
        </p:nvSpPr>
        <p:spPr>
          <a:xfrm>
            <a:off x="182880" y="1261872"/>
            <a:ext cx="8977745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NOVOS EXPERIMENTOS · 2 DE 4</a:t>
            </a:r>
          </a:p>
        </p:txBody>
      </p:sp>
      <p:graphicFrame>
        <p:nvGraphicFramePr>
          <p:cNvPr id="122" name="t122"/>
          <p:cNvGraphicFramePr>
            <a:graphicFrameLocks noGrp="1"/>
          </p:cNvGraphicFramePr>
          <p:nvPr/>
        </p:nvGraphicFramePr>
        <p:xfrm>
          <a:off x="182880" y="1691640"/>
          <a:ext cx="8778239" cy="1697355"/>
        </p:xfrm>
        <a:graphic>
          <a:graphicData uri="http://schemas.openxmlformats.org/drawingml/2006/table">
            <a:tbl>
              <a:tblPr firstRow="1" bandRow="1"/>
              <a:tblGrid>
                <a:gridCol w="2394065"/>
                <a:gridCol w="2194560"/>
                <a:gridCol w="1795549"/>
                <a:gridCol w="2394065"/>
              </a:tblGrid>
              <a:tr h="5657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Classe real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Permitir (S &lt; 0,3)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MFA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Bloquear (S ≥ 0,7)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Legítimo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97,3%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2,6%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0,1%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Suspeito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EF3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7,3%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EF3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30,1%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EF3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62,5%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EF3D6"/>
                    </a:solidFill>
                  </a:tcPr>
                </a:tc>
              </a:tr>
            </a:tbl>
          </a:graphicData>
        </a:graphic>
      </p:graphicFrame>
      <p:sp>
        <p:nvSpPr>
          <p:cNvPr id="123" name="c123"/>
          <p:cNvSpPr/>
          <p:nvPr/>
        </p:nvSpPr>
        <p:spPr>
          <a:xfrm>
            <a:off x="182880" y="3749040"/>
            <a:ext cx="4239491" cy="16459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pt-BR" sz="185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Taxa de atrito: 2,7%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Legítimos que recebem MFA ou bloqueio.</a:t>
            </a:r>
          </a:p>
        </p:txBody>
      </p:sp>
      <p:sp>
        <p:nvSpPr>
          <p:cNvPr id="124" name="c124"/>
          <p:cNvSpPr/>
          <p:nvPr/>
        </p:nvSpPr>
        <p:spPr>
          <a:xfrm>
            <a:off x="4721629" y="3749040"/>
            <a:ext cx="4239491" cy="16459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pt-BR" sz="185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A faixa de MFA pressupõe algo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Quem tem senha e segundo fator só é contido pelo bloqueio: 62,5% dos ataques.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pt-BR" dirty="0"/>
              <a:t>Com ataques mais raros, o desempenho cai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DAA50-D663-4C2B-8494-40744BE0AC0A}" type="slidenum">
              <a:rPr lang="pt-BR"/>
              <a:t>1</a:t>
            </a:fld>
            <a:endParaRPr lang="pt-BR"/>
          </a:p>
        </p:txBody>
      </p:sp>
      <p:sp>
        <p:nvSpPr>
          <p:cNvPr id="125" name="c125"/>
          <p:cNvSpPr txBox="1"/>
          <p:nvPr/>
        </p:nvSpPr>
        <p:spPr>
          <a:xfrm>
            <a:off x="182880" y="1261872"/>
            <a:ext cx="8977745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NOVOS EXPERIMENTOS · 3 DE 4</a:t>
            </a:r>
          </a:p>
        </p:txBody>
      </p:sp>
      <p:graphicFrame>
        <p:nvGraphicFramePr>
          <p:cNvPr id="126" name="t126"/>
          <p:cNvGraphicFramePr>
            <a:graphicFrameLocks noGrp="1"/>
          </p:cNvGraphicFramePr>
          <p:nvPr/>
        </p:nvGraphicFramePr>
        <p:xfrm>
          <a:off x="182880" y="1691640"/>
          <a:ext cx="5586152" cy="3209544"/>
        </p:xfrm>
        <a:graphic>
          <a:graphicData uri="http://schemas.openxmlformats.org/drawingml/2006/table">
            <a:tbl>
              <a:tblPr firstRow="1" bandRow="1"/>
              <a:tblGrid>
                <a:gridCol w="1396538"/>
                <a:gridCol w="997527"/>
                <a:gridCol w="997527"/>
                <a:gridCol w="2194560"/>
              </a:tblGrid>
              <a:tr h="5349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Ataques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F1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AUC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Passagem silenciosa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1%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EF3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0,632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EF3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0,989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EF3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24,0%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EF3D6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2%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0,720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0,991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16,7%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5% (artigo)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0,802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0,992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7,3%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10%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0,869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0,992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6,4%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20%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0,917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0,993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lang="pt-BR" sz="15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3,7%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7" name="c127"/>
          <p:cNvSpPr/>
          <p:nvPr/>
        </p:nvSpPr>
        <p:spPr>
          <a:xfrm>
            <a:off x="6068291" y="1691640"/>
            <a:ext cx="2892829" cy="3209544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Aft>
                <a:spcPts val="1100"/>
              </a:spcAft>
              <a:buNone/>
            </a:pPr>
            <a:r>
              <a:rPr lang="pt-BR" sz="15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A AUC fica estável, mas o limiar escolhido por F1 favorece a classe majoritária.</a:t>
            </a:r>
          </a:p>
          <a:p>
            <a:pPr algn="l">
              <a:spcAft>
                <a:spcPts val="0"/>
              </a:spcAft>
              <a:buNone/>
            </a:pPr>
            <a:r>
              <a:rPr lang="pt-BR" sz="155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Em produção, ataques tendem a ser mais raros que 5%: esse é o cenário relevante.</a:t>
            </a:r>
          </a:p>
        </p:txBody>
      </p:sp>
      <p:sp>
        <p:nvSpPr>
          <p:cNvPr id="128" name="c128"/>
          <p:cNvSpPr txBox="1"/>
          <p:nvPr/>
        </p:nvSpPr>
        <p:spPr>
          <a:xfrm>
            <a:off x="182880" y="5240655"/>
            <a:ext cx="8778240" cy="874395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5F6B73"/>
                </a:solidFill>
                <a:latin typeface="Titillium Web"/>
                <a:cs typeface="Titillium Web"/>
              </a:rPr>
              <a:t xml:space="preserve">Gerador corrigido (sem ruído em variáveis categóricas): F1 0,809 e AUC 0,992. Os valores implausíveis não inflavam as métricas.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pt-BR" dirty="0"/>
              <a:t>Um atacante informado escapa com facilidade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DAA50-D663-4C2B-8494-40744BE0AC0A}" type="slidenum">
              <a:rPr lang="pt-BR"/>
              <a:t>1</a:t>
            </a:fld>
            <a:endParaRPr lang="pt-BR"/>
          </a:p>
        </p:txBody>
      </p:sp>
      <p:sp>
        <p:nvSpPr>
          <p:cNvPr id="144" name="c144"/>
          <p:cNvSpPr txBox="1"/>
          <p:nvPr/>
        </p:nvSpPr>
        <p:spPr>
          <a:xfrm>
            <a:off x="182880" y="1261872"/>
            <a:ext cx="8977745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NOVOS EXPERIMENTOS · 4 DE 4 · O ACHADO MAIS SÉRIO</a:t>
            </a:r>
          </a:p>
        </p:txBody>
      </p:sp>
      <p:sp>
        <p:nvSpPr>
          <p:cNvPr id="129" name="c129"/>
          <p:cNvSpPr txBox="1"/>
          <p:nvPr/>
        </p:nvSpPr>
        <p:spPr>
          <a:xfrm>
            <a:off x="182880" y="1794510"/>
            <a:ext cx="3092335" cy="51435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Sem evasão</a:t>
            </a:r>
          </a:p>
        </p:txBody>
      </p:sp>
      <p:sp>
        <p:nvSpPr>
          <p:cNvPr id="130" name="c130"/>
          <p:cNvSpPr/>
          <p:nvPr/>
        </p:nvSpPr>
        <p:spPr>
          <a:xfrm>
            <a:off x="3374967" y="1866519"/>
            <a:ext cx="4588625" cy="370332"/>
          </a:xfrm>
          <a:prstGeom prst="rect">
            <a:avLst/>
          </a:prstGeom>
          <a:solidFill>
            <a:srgbClr val="009240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pt-BR"/>
          </a:p>
        </p:txBody>
      </p:sp>
      <p:sp>
        <p:nvSpPr>
          <p:cNvPr id="131" name="c131"/>
          <p:cNvSpPr txBox="1"/>
          <p:nvPr/>
        </p:nvSpPr>
        <p:spPr>
          <a:xfrm>
            <a:off x="8063345" y="1794510"/>
            <a:ext cx="997527" cy="51435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0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77,6%</a:t>
            </a:r>
          </a:p>
        </p:txBody>
      </p:sp>
      <p:sp>
        <p:nvSpPr>
          <p:cNvPr id="132" name="c132"/>
          <p:cNvSpPr txBox="1"/>
          <p:nvPr/>
        </p:nvSpPr>
        <p:spPr>
          <a:xfrm>
            <a:off x="182880" y="2535174"/>
            <a:ext cx="3092335" cy="51435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+ imita horário e ritmo</a:t>
            </a:r>
          </a:p>
        </p:txBody>
      </p:sp>
      <p:sp>
        <p:nvSpPr>
          <p:cNvPr id="133" name="c133"/>
          <p:cNvSpPr/>
          <p:nvPr/>
        </p:nvSpPr>
        <p:spPr>
          <a:xfrm>
            <a:off x="3374967" y="2607183"/>
            <a:ext cx="2997981" cy="370332"/>
          </a:xfrm>
          <a:prstGeom prst="rect">
            <a:avLst/>
          </a:prstGeom>
          <a:solidFill>
            <a:srgbClr val="009240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pt-BR"/>
          </a:p>
        </p:txBody>
      </p:sp>
      <p:sp>
        <p:nvSpPr>
          <p:cNvPr id="134" name="c134"/>
          <p:cNvSpPr txBox="1"/>
          <p:nvPr/>
        </p:nvSpPr>
        <p:spPr>
          <a:xfrm>
            <a:off x="6472701" y="2535174"/>
            <a:ext cx="997527" cy="51435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0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50,7%</a:t>
            </a:r>
          </a:p>
        </p:txBody>
      </p:sp>
      <p:sp>
        <p:nvSpPr>
          <p:cNvPr id="135" name="c135"/>
          <p:cNvSpPr txBox="1"/>
          <p:nvPr/>
        </p:nvSpPr>
        <p:spPr>
          <a:xfrm>
            <a:off x="182880" y="3275838"/>
            <a:ext cx="3092335" cy="51435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+ proxy residencial (rede, local)</a:t>
            </a:r>
          </a:p>
        </p:txBody>
      </p:sp>
      <p:sp>
        <p:nvSpPr>
          <p:cNvPr id="136" name="c136"/>
          <p:cNvSpPr/>
          <p:nvPr/>
        </p:nvSpPr>
        <p:spPr>
          <a:xfrm>
            <a:off x="3374967" y="3347847"/>
            <a:ext cx="1064372" cy="370332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pt-BR"/>
          </a:p>
        </p:txBody>
      </p:sp>
      <p:sp>
        <p:nvSpPr>
          <p:cNvPr id="137" name="c137"/>
          <p:cNvSpPr txBox="1"/>
          <p:nvPr/>
        </p:nvSpPr>
        <p:spPr>
          <a:xfrm>
            <a:off x="4539092" y="3275838"/>
            <a:ext cx="997527" cy="51435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0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18,0%</a:t>
            </a:r>
          </a:p>
        </p:txBody>
      </p:sp>
      <p:sp>
        <p:nvSpPr>
          <p:cNvPr id="138" name="c138"/>
          <p:cNvSpPr txBox="1"/>
          <p:nvPr/>
        </p:nvSpPr>
        <p:spPr>
          <a:xfrm>
            <a:off x="182880" y="4016502"/>
            <a:ext cx="3092335" cy="51435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+ navegador anti-detecção</a:t>
            </a:r>
          </a:p>
        </p:txBody>
      </p:sp>
      <p:sp>
        <p:nvSpPr>
          <p:cNvPr id="139" name="c139"/>
          <p:cNvSpPr/>
          <p:nvPr/>
        </p:nvSpPr>
        <p:spPr>
          <a:xfrm>
            <a:off x="3374967" y="4088511"/>
            <a:ext cx="171482" cy="370332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pt-BR"/>
          </a:p>
        </p:txBody>
      </p:sp>
      <p:sp>
        <p:nvSpPr>
          <p:cNvPr id="140" name="c140"/>
          <p:cNvSpPr txBox="1"/>
          <p:nvPr/>
        </p:nvSpPr>
        <p:spPr>
          <a:xfrm>
            <a:off x="3646202" y="4016502"/>
            <a:ext cx="997527" cy="51435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0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2,9%</a:t>
            </a:r>
          </a:p>
        </p:txBody>
      </p:sp>
      <p:sp>
        <p:nvSpPr>
          <p:cNvPr id="141" name="c141"/>
          <p:cNvSpPr txBox="1"/>
          <p:nvPr/>
        </p:nvSpPr>
        <p:spPr>
          <a:xfrm>
            <a:off x="182880" y="4757166"/>
            <a:ext cx="3092335" cy="51435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+ imita a digitação (todos)</a:t>
            </a:r>
          </a:p>
        </p:txBody>
      </p:sp>
      <p:sp>
        <p:nvSpPr>
          <p:cNvPr id="142" name="c142"/>
          <p:cNvSpPr/>
          <p:nvPr/>
        </p:nvSpPr>
        <p:spPr>
          <a:xfrm>
            <a:off x="3374967" y="4829175"/>
            <a:ext cx="29926" cy="370332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pt-BR"/>
          </a:p>
        </p:txBody>
      </p:sp>
      <p:sp>
        <p:nvSpPr>
          <p:cNvPr id="143" name="c143"/>
          <p:cNvSpPr txBox="1"/>
          <p:nvPr/>
        </p:nvSpPr>
        <p:spPr>
          <a:xfrm>
            <a:off x="3504646" y="4757166"/>
            <a:ext cx="997527" cy="51435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0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0,3%</a:t>
            </a:r>
          </a:p>
        </p:txBody>
      </p:sp>
      <p:sp>
        <p:nvSpPr>
          <p:cNvPr id="145" name="c145"/>
          <p:cNvSpPr/>
          <p:nvPr/>
        </p:nvSpPr>
        <p:spPr>
          <a:xfrm>
            <a:off x="182880" y="5549265"/>
            <a:ext cx="8778240" cy="61722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5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Recall da detecção de ataques. </a:t>
            </a:r>
            <a:r>
              <a:rPr lang="pt-BR" sz="13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A maior parte dos 14 critérios é controlável pelo adversário.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pt-BR" dirty="0"/>
              <a:t>Três falhas de segurança corrigidas no protótipo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DAA50-D663-4C2B-8494-40744BE0AC0A}" type="slidenum">
              <a:rPr lang="pt-BR"/>
              <a:t>1</a:t>
            </a:fld>
            <a:endParaRPr lang="pt-BR"/>
          </a:p>
        </p:txBody>
      </p:sp>
      <p:sp>
        <p:nvSpPr>
          <p:cNvPr id="155" name="c155"/>
          <p:cNvSpPr txBox="1"/>
          <p:nvPr/>
        </p:nvSpPr>
        <p:spPr>
          <a:xfrm>
            <a:off x="182880" y="1261872"/>
            <a:ext cx="8977745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CORREÇÕES NO REPOSITÓRIO</a:t>
            </a:r>
          </a:p>
        </p:txBody>
      </p:sp>
      <p:sp>
        <p:nvSpPr>
          <p:cNvPr id="146" name="c146"/>
          <p:cNvSpPr/>
          <p:nvPr/>
        </p:nvSpPr>
        <p:spPr>
          <a:xfrm>
            <a:off x="182880" y="1691640"/>
            <a:ext cx="8778240" cy="1255014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pt-BR"/>
          </a:p>
        </p:txBody>
      </p:sp>
      <p:sp>
        <p:nvSpPr>
          <p:cNvPr id="147" name="c147"/>
          <p:cNvSpPr txBox="1"/>
          <p:nvPr/>
        </p:nvSpPr>
        <p:spPr>
          <a:xfrm>
            <a:off x="382385" y="1691640"/>
            <a:ext cx="2992582" cy="125501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75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Credenciais no repositório público</a:t>
            </a:r>
          </a:p>
        </p:txBody>
      </p:sp>
      <p:sp>
        <p:nvSpPr>
          <p:cNvPr id="148" name="c148"/>
          <p:cNvSpPr txBox="1"/>
          <p:nvPr/>
        </p:nvSpPr>
        <p:spPr>
          <a:xfrm>
            <a:off x="3524596" y="1691640"/>
            <a:ext cx="5286895" cy="125501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Removidas de todo o histórico do git; o deploy passa a ler um segredo do GitHub.</a:t>
            </a:r>
          </a:p>
        </p:txBody>
      </p:sp>
      <p:sp>
        <p:nvSpPr>
          <p:cNvPr id="149" name="c149"/>
          <p:cNvSpPr/>
          <p:nvPr/>
        </p:nvSpPr>
        <p:spPr>
          <a:xfrm>
            <a:off x="182880" y="3152394"/>
            <a:ext cx="8778240" cy="1255014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pt-BR"/>
          </a:p>
        </p:txBody>
      </p:sp>
      <p:sp>
        <p:nvSpPr>
          <p:cNvPr id="150" name="c150"/>
          <p:cNvSpPr txBox="1"/>
          <p:nvPr/>
        </p:nvSpPr>
        <p:spPr>
          <a:xfrm>
            <a:off x="382385" y="3152394"/>
            <a:ext cx="2992582" cy="125501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75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Chave padrão dos tokens de login</a:t>
            </a:r>
          </a:p>
        </p:txBody>
      </p:sp>
      <p:sp>
        <p:nvSpPr>
          <p:cNvPr id="151" name="c151"/>
          <p:cNvSpPr txBox="1"/>
          <p:nvPr/>
        </p:nvSpPr>
        <p:spPr>
          <a:xfrm>
            <a:off x="3524596" y="3152394"/>
            <a:ext cx="5286895" cy="125501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A produção assinava tokens com uma chave pública; agora a chave é obrigatória e aleatória.</a:t>
            </a:r>
          </a:p>
        </p:txBody>
      </p:sp>
      <p:sp>
        <p:nvSpPr>
          <p:cNvPr id="152" name="c152"/>
          <p:cNvSpPr/>
          <p:nvPr/>
        </p:nvSpPr>
        <p:spPr>
          <a:xfrm>
            <a:off x="182880" y="4613148"/>
            <a:ext cx="8778240" cy="1255014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pt-BR"/>
          </a:p>
        </p:txBody>
      </p:sp>
      <p:sp>
        <p:nvSpPr>
          <p:cNvPr id="153" name="c153"/>
          <p:cNvSpPr txBox="1"/>
          <p:nvPr/>
        </p:nvSpPr>
        <p:spPr>
          <a:xfrm>
            <a:off x="382385" y="4613148"/>
            <a:ext cx="2992582" cy="125501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75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MFA contornável</a:t>
            </a:r>
          </a:p>
        </p:txBody>
      </p:sp>
      <p:sp>
        <p:nvSpPr>
          <p:cNvPr id="154" name="c154"/>
          <p:cNvSpPr txBox="1"/>
          <p:nvPr/>
        </p:nvSpPr>
        <p:spPr>
          <a:xfrm>
            <a:off x="3524596" y="4613148"/>
            <a:ext cx="5286895" cy="125501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5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Bastava o e-mail para entrar numa conta; o código MFA agora só vale após a senha.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pt-BR" dirty="0"/>
              <a:t>Três decisões definem o caminho até a qualificação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DAA50-D663-4C2B-8494-40744BE0AC0A}" type="slidenum">
              <a:rPr lang="pt-BR"/>
              <a:t>1</a:t>
            </a:fld>
            <a:endParaRPr lang="pt-BR"/>
          </a:p>
        </p:txBody>
      </p:sp>
      <p:sp>
        <p:nvSpPr>
          <p:cNvPr id="156" name="c156"/>
          <p:cNvSpPr txBox="1"/>
          <p:nvPr/>
        </p:nvSpPr>
        <p:spPr>
          <a:xfrm>
            <a:off x="182880" y="1261872"/>
            <a:ext cx="8977745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PARA DECIDIRMOS HOJE</a:t>
            </a:r>
          </a:p>
        </p:txBody>
      </p:sp>
      <p:sp>
        <p:nvSpPr>
          <p:cNvPr id="157" name="c157"/>
          <p:cNvSpPr/>
          <p:nvPr/>
        </p:nvSpPr>
        <p:spPr>
          <a:xfrm>
            <a:off x="182880" y="1691640"/>
            <a:ext cx="2793076" cy="30861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39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1</a:t>
            </a:r>
          </a:p>
          <a:p>
            <a:pPr algn="l">
              <a:spcAft>
                <a:spcPts val="800"/>
              </a:spcAft>
              <a:buNone/>
            </a:pPr>
            <a:r>
              <a:rPr lang="pt-BR" sz="195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Rede Fabric real</a:t>
            </a:r>
          </a:p>
          <a:p>
            <a:pPr algn="l">
              <a:spcAft>
                <a:spcPts val="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Implantar antes da qualificação ou tratar como trabalho futuro?</a:t>
            </a:r>
          </a:p>
        </p:txBody>
      </p:sp>
      <p:sp>
        <p:nvSpPr>
          <p:cNvPr id="158" name="c158"/>
          <p:cNvSpPr/>
          <p:nvPr/>
        </p:nvSpPr>
        <p:spPr>
          <a:xfrm>
            <a:off x="3175462" y="1691640"/>
            <a:ext cx="2793076" cy="30861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39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2</a:t>
            </a:r>
          </a:p>
          <a:p>
            <a:pPr algn="l">
              <a:spcAft>
                <a:spcPts val="800"/>
              </a:spcAft>
              <a:buNone/>
            </a:pPr>
            <a:r>
              <a:rPr lang="pt-BR" sz="195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Novo artigo</a:t>
            </a:r>
          </a:p>
          <a:p>
            <a:pPr algn="l">
              <a:spcAft>
                <a:spcPts val="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Submeter a outro evento? Artigo curto ou trabalho em andamento?</a:t>
            </a:r>
          </a:p>
        </p:txBody>
      </p:sp>
      <p:sp>
        <p:nvSpPr>
          <p:cNvPr id="159" name="c159"/>
          <p:cNvSpPr/>
          <p:nvPr/>
        </p:nvSpPr>
        <p:spPr>
          <a:xfrm>
            <a:off x="6168044" y="1691640"/>
            <a:ext cx="2793076" cy="30861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39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3</a:t>
            </a:r>
          </a:p>
          <a:p>
            <a:pPr algn="l">
              <a:spcAft>
                <a:spcPts val="800"/>
              </a:spcAft>
              <a:buNone/>
            </a:pPr>
            <a:r>
              <a:rPr lang="pt-BR" sz="1950" b="1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Escopo da evasão</a:t>
            </a:r>
          </a:p>
          <a:p>
            <a:pPr algn="l">
              <a:spcAft>
                <a:spcPts val="0"/>
              </a:spcAft>
              <a:buNone/>
            </a:pPr>
            <a:r>
              <a:rPr lang="pt-BR" sz="1600" b="0" i="0" dirty="0">
                <a:solidFill>
                  <a:srgbClr val="333333"/>
                </a:solidFill>
                <a:latin typeface="Titillium Web"/>
                <a:cs typeface="Titillium Web"/>
              </a:rPr>
              <a:t xml:space="preserve">Critérios difíceis de forjar entram na dissertação ou ficam como limitação?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pt-BR" dirty="0"/>
              <a:t>O que falta até a defesa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DAA50-D663-4C2B-8494-40744BE0AC0A}" type="slidenum">
              <a:rPr lang="pt-BR"/>
              <a:t>1</a:t>
            </a:fld>
            <a:endParaRPr lang="pt-BR"/>
          </a:p>
        </p:txBody>
      </p:sp>
      <p:sp>
        <p:nvSpPr>
          <p:cNvPr id="160" name="c160"/>
          <p:cNvSpPr txBox="1"/>
          <p:nvPr/>
        </p:nvSpPr>
        <p:spPr>
          <a:xfrm>
            <a:off x="182880" y="1261872"/>
            <a:ext cx="8977745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300" b="1" i="0" dirty="0">
                <a:solidFill>
                  <a:srgbClr val="009240"/>
                </a:solidFill>
                <a:latin typeface="Titillium Web"/>
                <a:cs typeface="Titillium Web"/>
              </a:rPr>
              <a:t xml:space="preserve">PRÓXIMOS PASSOS</a:t>
            </a:r>
          </a:p>
        </p:txBody>
      </p:sp>
      <p:graphicFrame>
        <p:nvGraphicFramePr>
          <p:cNvPr id="161" name="t161"/>
          <p:cNvGraphicFramePr>
            <a:graphicFrameLocks noGrp="1"/>
          </p:cNvGraphicFramePr>
          <p:nvPr/>
        </p:nvGraphicFramePr>
        <p:xfrm>
          <a:off x="182880" y="1691640"/>
          <a:ext cx="8778240" cy="4320540"/>
        </p:xfrm>
        <a:graphic>
          <a:graphicData uri="http://schemas.openxmlformats.org/drawingml/2006/table">
            <a:tbl>
              <a:tblPr firstRow="1" bandRow="1"/>
              <a:tblGrid>
                <a:gridCol w="5785658"/>
                <a:gridCol w="2992582"/>
              </a:tblGrid>
              <a:tr h="6172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Atividade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1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Situação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E3E7E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Texto do artigo e da qualificação alinhado ao código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Feito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Experimentos pedidos pelos revisores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Feito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Alinhar o protótipo à Eq. (1) e às três faixas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A fazer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Rede Fabric com duas organizações e testes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Depende da decisão 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Pesos e limiares escolhidos em validação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A fazer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Dados reais ou semirreais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pt-BR" sz="1600" b="0" i="0" dirty="0">
                          <a:solidFill>
                            <a:srgbClr val="333333"/>
                          </a:solidFill>
                          <a:latin typeface="Titillium Web"/>
                          <a:cs typeface="Titillium Web"/>
                        </a:rPr>
                        <a:t xml:space="preserve">A fazer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5DADE"/>
                      </a:solidFill>
                    </a:lnL>
                    <a:lnR w="6350">
                      <a:solidFill>
                        <a:srgbClr val="D5DADE"/>
                      </a:solidFill>
                    </a:lnR>
                    <a:lnT w="6350">
                      <a:solidFill>
                        <a:srgbClr val="D5DADE"/>
                      </a:solidFill>
                    </a:lnT>
                    <a:lnB w="6350">
                      <a:solidFill>
                        <a:srgbClr val="D5DADE"/>
                      </a:solidFill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PGESP-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Oswald Regular"/>
        <a:ea typeface="ＭＳ Ｐゴシック"/>
        <a:cs typeface="DejaVu Sans"/>
      </a:majorFont>
      <a:minorFont>
        <a:latin typeface="Titillium Web"/>
        <a:ea typeface="ＭＳ Ｐゴシック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DejaVu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DejaVu Sans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ＭＳ Ｐゴシック"/>
        <a:cs typeface="DejaVu Sans"/>
      </a:majorFont>
      <a:minorFont>
        <a:latin typeface="Arial"/>
        <a:ea typeface="ＭＳ Ｐゴシック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DejaVu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DejaVu Sans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ＭＳ Ｐゴシック"/>
        <a:cs typeface="DejaVu Sans"/>
      </a:majorFont>
      <a:minorFont>
        <a:latin typeface="Arial"/>
        <a:ea typeface="ＭＳ Ｐゴシック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DejaVu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DejaVu Sans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PPGESP-theme.thmx</Template>
  <TotalTime>29718</TotalTime>
  <Words>2673</Words>
  <Application>Microsoft Office PowerPoint</Application>
  <PresentationFormat>Apresentação na tela (4:3)</PresentationFormat>
  <Paragraphs>312</Paragraphs>
  <Slides>16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16</vt:i4>
      </vt:variant>
    </vt:vector>
  </HeadingPairs>
  <TitlesOfParts>
    <vt:vector size="25" baseType="lpstr">
      <vt:lpstr>Arial</vt:lpstr>
      <vt:lpstr>Oswald Regular</vt:lpstr>
      <vt:lpstr>Segoe UI Symbol</vt:lpstr>
      <vt:lpstr>Symbol</vt:lpstr>
      <vt:lpstr>Times New Roman</vt:lpstr>
      <vt:lpstr>Titillium Web</vt:lpstr>
      <vt:lpstr>PPGESP-theme</vt:lpstr>
      <vt:lpstr>1_Office Theme</vt:lpstr>
      <vt:lpstr>2_Office Theme</vt:lpstr>
      <vt:lpstr>Apresentação do PowerPoint</vt:lpstr>
      <vt:lpstr>Contexto e Objetivo da Revisão</vt:lpstr>
      <vt:lpstr>A Proposta — Posicionamento</vt:lpstr>
      <vt:lpstr>Legenda — Siglas e Abreviações</vt:lpstr>
      <vt:lpstr>O Comportamento como Vetor de Segurança</vt:lpstr>
      <vt:lpstr>Biometria de Digitação (Keystroke)</vt:lpstr>
      <vt:lpstr>Autenticação Adaptativa e Risk-Based (RBA)</vt:lpstr>
      <vt:lpstr>KYC, Antifraude e Orquestração (Indústria)</vt:lpstr>
      <vt:lpstr>Detecção de Anomalias e Explicabilidade (XAI)</vt:lpstr>
      <vt:lpstr>Blockchain para Auditoria e Não Repúdio</vt:lpstr>
      <vt:lpstr>Pesquisa no INPI</vt:lpstr>
      <vt:lpstr>Quadro Comparativo — 2020-2025 e Indústria</vt:lpstr>
      <vt:lpstr>Matriz de Diferenciais</vt:lpstr>
      <vt:lpstr>Lacunas Identificadas</vt:lpstr>
      <vt:lpstr>Referências</vt:lpstr>
      <vt:lpstr>Apresentação do PowerPoint</vt:lpstr>
    </vt:vector>
  </TitlesOfParts>
  <Company>NTNU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 lysbildetittel</dc:title>
  <dc:creator>Even Gran</dc:creator>
  <cp:lastModifiedBy>Joao Guedes De Brito</cp:lastModifiedBy>
  <cp:revision>1690</cp:revision>
  <cp:lastPrinted>2018-06-26T20:36:17Z</cp:lastPrinted>
  <dcterms:created xsi:type="dcterms:W3CDTF">2012-01-29T10:16:24Z</dcterms:created>
  <dcterms:modified xsi:type="dcterms:W3CDTF">2026-06-20T23:56:56Z</dcterms:modified>
</cp:coreProperties>
</file>