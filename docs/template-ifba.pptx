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>
  <p:sldMasterIdLst>
    <p:sldMasterId id="2147484063" r:id="rId1"/>
    <p:sldMasterId id="2147485412" r:id="rId2"/>
    <p:sldMasterId id="2147484092" r:id="rId3"/>
    <p:sldMasterId id="2147484104" r:id="rId4"/>
  </p:sldMasterIdLst>
  <p:notesMasterIdLst>
    <p:notesMasterId r:id="rId19"/>
  </p:notesMasterIdLst>
  <p:handoutMasterIdLst>
    <p:handoutMasterId r:id="rId20"/>
  </p:handoutMasterIdLst>
  <p:sldIdLst>
    <p:sldId id="262" r:id="rId5"/>
    <p:sldId id="520" r:id="rId6"/>
    <p:sldId id="258" r:id="rId7"/>
    <p:sldId id="259" r:id="rId8"/>
    <p:sldId id="260" r:id="rId9"/>
    <p:sldId id="261" r:id="rId10"/>
    <p:sldId id="522" r:id="rId11"/>
    <p:sldId id="267" r:id="rId12"/>
    <p:sldId id="268" r:id="rId13"/>
    <p:sldId id="269" r:id="rId14"/>
    <p:sldId id="263" r:id="rId15"/>
    <p:sldId id="266" r:id="rId16"/>
    <p:sldId id="265" r:id="rId17"/>
    <p:sldId id="264" r:id="rId18"/>
  </p:sldIdLst>
  <p:sldSz cx="9144000" cy="6858000" type="screen4x3"/>
  <p:notesSz cx="6858000" cy="9144000"/>
  <p:defaultTextStyle>
    <a:defPPr>
      <a:defRPr lang="nn-NO"/>
    </a:defPPr>
    <a:lvl1pPr algn="l" rtl="0" eaLnBrk="0" fontAlgn="base" hangingPunct="0">
      <a:spcBef>
        <a:spcPct val="0"/>
      </a:spcBef>
      <a:spcAft>
        <a:spcPct val="0"/>
      </a:spcAft>
      <a:defRPr sz="36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36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36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36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36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36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36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36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3600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0000"/>
    <a:srgbClr val="1F3C6B"/>
    <a:srgbClr val="224378"/>
    <a:srgbClr val="BFD9E6"/>
    <a:srgbClr val="BFBFBF"/>
    <a:srgbClr val="DEEEFD"/>
    <a:srgbClr val="FFFFFF"/>
    <a:srgbClr val="4EFD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1656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8216"/>
    </p:cViewPr>
  </p:outlineViewPr>
  <p:notesTextViewPr>
    <p:cViewPr>
      <p:scale>
        <a:sx n="33" d="100"/>
        <a:sy n="33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9" d="100"/>
          <a:sy n="79" d="100"/>
        </p:scale>
        <p:origin x="-3328" y="-11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D36A87A-F46F-AD72-D217-71F9F3A751C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082A9C-FC0F-2CEB-AD0E-C01A0721923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nb-NO"/>
              <a:t>January 30th, 2012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8BDF61-5626-0F99-C53B-FC37825225F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2056A2-18F5-F65D-D1B7-903FE2C663A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A7CCD346-0EDD-49D1-AAA6-3929CEC6E844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18EB392-7413-9145-4944-5D5FE8B8626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07DCF52A-F888-F160-0C7E-C5620A8F855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nb-NO"/>
              <a:t>January 30th, 2012</a:t>
            </a:r>
            <a:endParaRPr lang="en-US"/>
          </a:p>
        </p:txBody>
      </p:sp>
      <p:sp>
        <p:nvSpPr>
          <p:cNvPr id="7172" name="Rectangle 4">
            <a:extLst>
              <a:ext uri="{FF2B5EF4-FFF2-40B4-BE49-F238E27FC236}">
                <a16:creationId xmlns:a16="http://schemas.microsoft.com/office/drawing/2014/main" id="{0EDF26AF-BDFB-864A-9FF2-5E92E7DD7991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9C001EED-A34F-4C1D-D642-BCB1BD1FE2D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n-NO" noProof="0"/>
              <a:t>Click to edit Master text styles</a:t>
            </a:r>
          </a:p>
          <a:p>
            <a:pPr lvl="1"/>
            <a:r>
              <a:rPr lang="nn-NO" noProof="0"/>
              <a:t>Second level</a:t>
            </a:r>
          </a:p>
          <a:p>
            <a:pPr lvl="2"/>
            <a:r>
              <a:rPr lang="nn-NO" noProof="0"/>
              <a:t>Third level</a:t>
            </a:r>
          </a:p>
          <a:p>
            <a:pPr lvl="3"/>
            <a:r>
              <a:rPr lang="nn-NO" noProof="0"/>
              <a:t>Fourth level</a:t>
            </a:r>
          </a:p>
          <a:p>
            <a:pPr lvl="4"/>
            <a:r>
              <a:rPr lang="nn-NO" noProof="0"/>
              <a:t>Fifth level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73D8FBB7-16FF-9402-AFA6-5D8D6BB38F7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45796CE6-29C6-91A4-B284-498855E2690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11027A46-B2A8-4541-8398-72C5851A51C6}" type="slidenum">
              <a:rPr lang="nn-NO" altLang="pt-BR"/>
              <a:pPr>
                <a:defRPr/>
              </a:pPr>
              <a:t>‹nº›</a:t>
            </a:fld>
            <a:endParaRPr lang="nn-NO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>
            <a:extLst>
              <a:ext uri="{FF2B5EF4-FFF2-40B4-BE49-F238E27FC236}">
                <a16:creationId xmlns:a16="http://schemas.microsoft.com/office/drawing/2014/main" id="{7D88BE54-8D65-7555-F95C-96B5F89DA6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Notes Placeholder 2">
            <a:extLst>
              <a:ext uri="{FF2B5EF4-FFF2-40B4-BE49-F238E27FC236}">
                <a16:creationId xmlns:a16="http://schemas.microsoft.com/office/drawing/2014/main" id="{D52A21DC-BA91-C687-C1C0-5D1C7E2927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pt-BR">
              <a:latin typeface="Arial" panose="020B0604020202020204" pitchFamily="34" charset="0"/>
            </a:endParaRPr>
          </a:p>
        </p:txBody>
      </p:sp>
      <p:sp>
        <p:nvSpPr>
          <p:cNvPr id="10244" name="Date Placeholder 3">
            <a:extLst>
              <a:ext uri="{FF2B5EF4-FFF2-40B4-BE49-F238E27FC236}">
                <a16:creationId xmlns:a16="http://schemas.microsoft.com/office/drawing/2014/main" id="{0E4C0E3F-EE0D-494F-3165-D59496141E2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nb-NO" altLang="pt-BR" sz="1200"/>
              <a:t>January 30th, 2012</a:t>
            </a:r>
            <a:endParaRPr lang="en-US" altLang="pt-BR" sz="1200"/>
          </a:p>
        </p:txBody>
      </p:sp>
      <p:sp>
        <p:nvSpPr>
          <p:cNvPr id="10245" name="Slide Number Placeholder 4">
            <a:extLst>
              <a:ext uri="{FF2B5EF4-FFF2-40B4-BE49-F238E27FC236}">
                <a16:creationId xmlns:a16="http://schemas.microsoft.com/office/drawing/2014/main" id="{6FAAF070-042F-D3D2-478C-D3BE103462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46F0CFD-CAFD-43D1-BEF4-125FF7AFDA3D}" type="slidenum">
              <a:rPr lang="nn-NO" altLang="pt-BR" sz="1200" smtClean="0"/>
              <a:pPr/>
              <a:t>0</a:t>
            </a:fld>
            <a:endParaRPr lang="nn-NO" altLang="pt-BR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ço Reservado para Imagem de Slide 1">
            <a:extLst>
              <a:ext uri="{FF2B5EF4-FFF2-40B4-BE49-F238E27FC236}">
                <a16:creationId xmlns:a16="http://schemas.microsoft.com/office/drawing/2014/main" id="{6FB2D2CC-C299-1EF5-0B7F-364F1718F8D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Espaço Reservado para Anotações 2">
            <a:extLst>
              <a:ext uri="{FF2B5EF4-FFF2-40B4-BE49-F238E27FC236}">
                <a16:creationId xmlns:a16="http://schemas.microsoft.com/office/drawing/2014/main" id="{C6D883FE-46F6-968A-A004-70E058555B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Arial" panose="020B0604020202020204" pitchFamily="34" charset="0"/>
            </a:endParaRPr>
          </a:p>
        </p:txBody>
      </p:sp>
      <p:sp>
        <p:nvSpPr>
          <p:cNvPr id="12292" name="Espaço Reservado para Data 3">
            <a:extLst>
              <a:ext uri="{FF2B5EF4-FFF2-40B4-BE49-F238E27FC236}">
                <a16:creationId xmlns:a16="http://schemas.microsoft.com/office/drawing/2014/main" id="{45C6A5EB-B335-4BD8-E6F9-2D80470FFB0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nb-NO" altLang="pt-BR" sz="1200"/>
              <a:t>January 30th, 2012</a:t>
            </a:r>
            <a:endParaRPr lang="en-US" altLang="pt-BR" sz="1200"/>
          </a:p>
        </p:txBody>
      </p:sp>
      <p:sp>
        <p:nvSpPr>
          <p:cNvPr id="12293" name="Espaço Reservado para Número de Slide 4">
            <a:extLst>
              <a:ext uri="{FF2B5EF4-FFF2-40B4-BE49-F238E27FC236}">
                <a16:creationId xmlns:a16="http://schemas.microsoft.com/office/drawing/2014/main" id="{4D3F8C39-C8C4-5342-4949-A05FF9A7B2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589BD69-998A-41BF-BC7F-0FFD025B6498}" type="slidenum">
              <a:rPr lang="nn-NO" altLang="pt-BR" sz="1200" smtClean="0"/>
              <a:pPr/>
              <a:t>1</a:t>
            </a:fld>
            <a:endParaRPr lang="nn-NO" altLang="pt-BR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E1AA1AC5-A44C-1996-3462-D84F48F58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86525"/>
            <a:ext cx="9144000" cy="280988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 wrap="none" lIns="82945" tIns="41473" rIns="82945" bIns="41473" anchor="ctr"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pt-PT" altLang="pt-BR"/>
          </a:p>
        </p:txBody>
      </p:sp>
      <p:sp>
        <p:nvSpPr>
          <p:cNvPr id="5" name="Text Box 6">
            <a:extLst>
              <a:ext uri="{FF2B5EF4-FFF2-40B4-BE49-F238E27FC236}">
                <a16:creationId xmlns:a16="http://schemas.microsoft.com/office/drawing/2014/main" id="{DA664359-3D97-43DB-EF4B-8FE10FE1F0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527800"/>
            <a:ext cx="7132638" cy="166688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12903" rIns="0" bIns="0" anchor="ctr"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9pPr>
          </a:lstStyle>
          <a:p>
            <a:pPr>
              <a:lnSpc>
                <a:spcPct val="92000"/>
              </a:lnSpc>
              <a:defRPr/>
            </a:pPr>
            <a:endParaRPr lang="en-US" sz="1300">
              <a:solidFill>
                <a:srgbClr val="FFFFFF"/>
              </a:solidFill>
              <a:latin typeface="Times New Roman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80F19DA0-5128-A6EF-F459-EC7D4DC8E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499225"/>
            <a:ext cx="5356225" cy="230188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 anchor="ctr"/>
          <a:lstStyle>
            <a:lvl1pPr defTabSz="457200">
              <a:tabLst>
                <a:tab pos="457200" algn="l"/>
                <a:tab pos="914400" algn="l"/>
              </a:tabLs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tabLst>
                <a:tab pos="457200" algn="l"/>
                <a:tab pos="914400" algn="l"/>
              </a:tabLs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tabLst>
                <a:tab pos="457200" algn="l"/>
                <a:tab pos="914400" algn="l"/>
              </a:tabLs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tabLst>
                <a:tab pos="457200" algn="l"/>
                <a:tab pos="914400" algn="l"/>
              </a:tabLs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tabLst>
                <a:tab pos="457200" algn="l"/>
                <a:tab pos="914400" algn="l"/>
              </a:tabLs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</a:tabLs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</a:tabLs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</a:tabLs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</a:tabLs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92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altLang="pt-BR" sz="1400">
                <a:solidFill>
                  <a:srgbClr val="FFFFFF"/>
                </a:solidFill>
                <a:latin typeface="Times New Roman" panose="02020603050405020304" pitchFamily="18" charset="0"/>
              </a:rPr>
              <a:t>IFBA  – Nome Palestrante </a:t>
            </a:r>
            <a:r>
              <a:rPr lang="mr-IN" altLang="pt-BR" sz="1400">
                <a:solidFill>
                  <a:srgbClr val="FFFFFF"/>
                </a:solidFill>
                <a:latin typeface="Times New Roman" panose="02020603050405020304" pitchFamily="18" charset="0"/>
              </a:rPr>
              <a:t>–</a:t>
            </a:r>
            <a:r>
              <a:rPr lang="en-US" altLang="pt-BR" sz="1400">
                <a:solidFill>
                  <a:srgbClr val="FFFFFF"/>
                </a:solidFill>
                <a:latin typeface="Times New Roman" panose="02020603050405020304" pitchFamily="18" charset="0"/>
              </a:rPr>
              <a:t> email@ifba.edu.br</a:t>
            </a:r>
          </a:p>
        </p:txBody>
      </p:sp>
      <p:pic>
        <p:nvPicPr>
          <p:cNvPr id="7" name="Picture 1">
            <a:extLst>
              <a:ext uri="{FF2B5EF4-FFF2-40B4-BE49-F238E27FC236}">
                <a16:creationId xmlns:a16="http://schemas.microsoft.com/office/drawing/2014/main" id="{8955F5E6-C73C-5F2F-16D2-70BE69D0191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3888" y="188913"/>
            <a:ext cx="822325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">
            <a:extLst>
              <a:ext uri="{FF2B5EF4-FFF2-40B4-BE49-F238E27FC236}">
                <a16:creationId xmlns:a16="http://schemas.microsoft.com/office/drawing/2014/main" id="{6358AEBB-2AC9-9763-6C15-BECC8EAFBD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440" y="2129984"/>
            <a:ext cx="7773120" cy="1470394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pt-PT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440" y="3885528"/>
            <a:ext cx="7773120" cy="2338483"/>
          </a:xfrm>
        </p:spPr>
        <p:txBody>
          <a:bodyPr/>
          <a:lstStyle>
            <a:lvl1pPr marL="0" indent="0" algn="l">
              <a:lnSpc>
                <a:spcPct val="111000"/>
              </a:lnSpc>
              <a:buNone/>
              <a:defRPr sz="2900"/>
            </a:lvl1pPr>
            <a:lvl2pPr marL="414726" indent="0" algn="ctr">
              <a:buNone/>
              <a:defRPr/>
            </a:lvl2pPr>
            <a:lvl3pPr marL="829452" indent="0" algn="ctr">
              <a:buNone/>
              <a:defRPr/>
            </a:lvl3pPr>
            <a:lvl4pPr marL="1244178" indent="0" algn="ctr">
              <a:buNone/>
              <a:defRPr/>
            </a:lvl4pPr>
            <a:lvl5pPr marL="1658904" indent="0" algn="ctr">
              <a:buNone/>
              <a:defRPr/>
            </a:lvl5pPr>
            <a:lvl6pPr marL="2073631" indent="0" algn="ctr">
              <a:buNone/>
              <a:defRPr/>
            </a:lvl6pPr>
            <a:lvl7pPr marL="2488357" indent="0" algn="ctr">
              <a:buNone/>
              <a:defRPr/>
            </a:lvl7pPr>
            <a:lvl8pPr marL="2903083" indent="0" algn="ctr">
              <a:buNone/>
              <a:defRPr/>
            </a:lvl8pPr>
            <a:lvl9pPr marL="3317809" indent="0" algn="ctr">
              <a:buNone/>
              <a:defRPr/>
            </a:lvl9pPr>
          </a:lstStyle>
          <a:p>
            <a:r>
              <a:rPr lang="x-none"/>
              <a:t>Click to edit Master subtitle style</a:t>
            </a:r>
            <a:endParaRPr lang="en-US" dirty="0"/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3A6FB9DB-4653-D9C1-01DB-AE9083D91379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CE84DF-D002-479E-8FCA-1F5006A1213D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09227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pt-P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783372" indent="-293764" algn="l" defTabSz="414726" rtl="0" eaLnBrk="1" fontAlgn="base" hangingPunct="0">
              <a:lnSpc>
                <a:spcPct val="111000"/>
              </a:lnSpc>
              <a:spcBef>
                <a:spcPts val="1032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Symbol" charset="0"/>
              <a:buChar char=""/>
              <a:tabLst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</a:tabLst>
              <a:defRPr/>
            </a:lvl2pPr>
            <a:lvl3pPr marL="1123217" marR="0" indent="-293764" algn="l" defTabSz="414726" rtl="0" eaLnBrk="1" fontAlgn="base" latinLnBrk="0" hangingPunct="0">
              <a:lnSpc>
                <a:spcPct val="111000"/>
              </a:lnSpc>
              <a:spcBef>
                <a:spcPts val="1032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Symbol" charset="0"/>
              <a:buChar char=""/>
              <a:tabLst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</a:tabLst>
              <a:defRPr/>
            </a:lvl3pPr>
            <a:lvl4pPr marL="1537943" indent="-293764" algn="l" defTabSz="414726" rtl="0" eaLnBrk="1" fontAlgn="base" hangingPunct="0">
              <a:lnSpc>
                <a:spcPct val="111000"/>
              </a:lnSpc>
              <a:spcBef>
                <a:spcPts val="1032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Symbol" charset="0"/>
              <a:buChar char=""/>
              <a:tabLst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</a:tabLst>
              <a:defRPr/>
            </a:lvl4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pt-PT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A61AB5B-3396-830E-B763-9BF7443B8B94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D0282F-BF95-4D63-A676-FF02C5E450F2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63009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880" y="4406863"/>
            <a:ext cx="7771680" cy="1362383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x-none"/>
              <a:t>Click to edit Master title style</a:t>
            </a:r>
            <a:endParaRPr lang="pt-P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880" y="2906225"/>
            <a:ext cx="7771680" cy="1500638"/>
          </a:xfrm>
        </p:spPr>
        <p:txBody>
          <a:bodyPr anchor="b"/>
          <a:lstStyle>
            <a:lvl1pPr marL="0" indent="0">
              <a:buNone/>
              <a:defRPr sz="1800"/>
            </a:lvl1pPr>
            <a:lvl2pPr marL="414726" indent="0">
              <a:buNone/>
              <a:defRPr sz="1600"/>
            </a:lvl2pPr>
            <a:lvl3pPr marL="829452" indent="0">
              <a:buNone/>
              <a:defRPr sz="1500"/>
            </a:lvl3pPr>
            <a:lvl4pPr marL="1244178" indent="0">
              <a:buNone/>
              <a:defRPr sz="1300"/>
            </a:lvl4pPr>
            <a:lvl5pPr marL="1658904" indent="0">
              <a:buNone/>
              <a:defRPr sz="1300"/>
            </a:lvl5pPr>
            <a:lvl6pPr marL="2073631" indent="0">
              <a:buNone/>
              <a:defRPr sz="1300"/>
            </a:lvl6pPr>
            <a:lvl7pPr marL="2488357" indent="0">
              <a:buNone/>
              <a:defRPr sz="1300"/>
            </a:lvl7pPr>
            <a:lvl8pPr marL="2903083" indent="0">
              <a:buNone/>
              <a:defRPr sz="1300"/>
            </a:lvl8pPr>
            <a:lvl9pPr marL="3317809" indent="0">
              <a:buNone/>
              <a:defRPr sz="13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61FB910-EB69-0CE7-72AA-DEDEE0BB9514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D28C11-AAF6-4C1C-AFBE-362C0E9CEF64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04030749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pt-PT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6480" y="1604328"/>
            <a:ext cx="4043520" cy="4781302"/>
          </a:xfrm>
        </p:spPr>
        <p:txBody>
          <a:bodyPr/>
          <a:lstStyle>
            <a:lvl1pPr>
              <a:defRPr sz="2500"/>
            </a:lvl1pPr>
            <a:lvl2pPr marL="783372" indent="-293764" algn="l" defTabSz="414726" rtl="0" eaLnBrk="1" fontAlgn="base" hangingPunct="0">
              <a:lnSpc>
                <a:spcPct val="111000"/>
              </a:lnSpc>
              <a:spcBef>
                <a:spcPts val="1032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Symbol" charset="0"/>
              <a:buChar char=""/>
              <a:tabLst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</a:tabLst>
              <a:defRPr sz="2200"/>
            </a:lvl2pPr>
            <a:lvl3pPr marL="1123217" marR="0" indent="-293764" algn="l" defTabSz="414726" rtl="0" eaLnBrk="1" fontAlgn="base" latinLnBrk="0" hangingPunct="0">
              <a:lnSpc>
                <a:spcPct val="111000"/>
              </a:lnSpc>
              <a:spcBef>
                <a:spcPts val="1032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Symbol" charset="0"/>
              <a:buChar char=""/>
              <a:tabLst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</a:tabLst>
              <a:defRPr sz="1800"/>
            </a:lvl3pPr>
            <a:lvl4pPr marL="1537943" indent="-293764" algn="l" defTabSz="414726" rtl="0" eaLnBrk="1" fontAlgn="base" hangingPunct="0">
              <a:lnSpc>
                <a:spcPct val="111000"/>
              </a:lnSpc>
              <a:spcBef>
                <a:spcPts val="1032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Symbol" charset="0"/>
              <a:buChar char=""/>
              <a:tabLst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</a:tabLst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pt-PT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8241" y="1604328"/>
            <a:ext cx="4044960" cy="4781302"/>
          </a:xfrm>
        </p:spPr>
        <p:txBody>
          <a:bodyPr/>
          <a:lstStyle>
            <a:lvl1pPr>
              <a:defRPr sz="2500"/>
            </a:lvl1pPr>
            <a:lvl2pPr marL="800652" indent="-311045">
              <a:defRPr lang="x-none" sz="2200" dirty="0" smtClean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23217" marR="0" indent="-293764" algn="l" defTabSz="414726" rtl="0" eaLnBrk="1" fontAlgn="base" latinLnBrk="0" hangingPunct="0">
              <a:lnSpc>
                <a:spcPct val="111000"/>
              </a:lnSpc>
              <a:spcBef>
                <a:spcPts val="1032"/>
              </a:spcBef>
              <a:spcAft>
                <a:spcPct val="0"/>
              </a:spcAft>
              <a:buClr>
                <a:srgbClr val="000000"/>
              </a:buClr>
              <a:buSzPct val="75000"/>
              <a:buFont typeface="Symbol" charset="0"/>
              <a:buChar char=""/>
              <a:tabLst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</a:tabLst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pt-PT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764CDD-B67E-8D89-DA7D-72FCE6EF366B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F7D0DB-84F5-4E8F-91C4-5054E87C1F9A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5023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921" y="275070"/>
            <a:ext cx="8229600" cy="1142039"/>
          </a:xfrm>
        </p:spPr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pt-P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920" y="1535201"/>
            <a:ext cx="4039200" cy="639427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4726" indent="0">
              <a:buNone/>
              <a:defRPr sz="1800" b="1"/>
            </a:lvl2pPr>
            <a:lvl3pPr marL="829452" indent="0">
              <a:buNone/>
              <a:defRPr sz="1600" b="1"/>
            </a:lvl3pPr>
            <a:lvl4pPr marL="1244178" indent="0">
              <a:buNone/>
              <a:defRPr sz="1500" b="1"/>
            </a:lvl4pPr>
            <a:lvl5pPr marL="1658904" indent="0">
              <a:buNone/>
              <a:defRPr sz="1500" b="1"/>
            </a:lvl5pPr>
            <a:lvl6pPr marL="2073631" indent="0">
              <a:buNone/>
              <a:defRPr sz="1500" b="1"/>
            </a:lvl6pPr>
            <a:lvl7pPr marL="2488357" indent="0">
              <a:buNone/>
              <a:defRPr sz="1500" b="1"/>
            </a:lvl7pPr>
            <a:lvl8pPr marL="2903083" indent="0">
              <a:buNone/>
              <a:defRPr sz="1500" b="1"/>
            </a:lvl8pPr>
            <a:lvl9pPr marL="3317809" indent="0">
              <a:buNone/>
              <a:defRPr sz="15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920" y="2174628"/>
            <a:ext cx="4039200" cy="3951775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pt-PT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441" y="1535201"/>
            <a:ext cx="4042080" cy="639427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4726" indent="0">
              <a:buNone/>
              <a:defRPr sz="1800" b="1"/>
            </a:lvl2pPr>
            <a:lvl3pPr marL="829452" indent="0">
              <a:buNone/>
              <a:defRPr sz="1600" b="1"/>
            </a:lvl3pPr>
            <a:lvl4pPr marL="1244178" indent="0">
              <a:buNone/>
              <a:defRPr sz="1500" b="1"/>
            </a:lvl4pPr>
            <a:lvl5pPr marL="1658904" indent="0">
              <a:buNone/>
              <a:defRPr sz="1500" b="1"/>
            </a:lvl5pPr>
            <a:lvl6pPr marL="2073631" indent="0">
              <a:buNone/>
              <a:defRPr sz="1500" b="1"/>
            </a:lvl6pPr>
            <a:lvl7pPr marL="2488357" indent="0">
              <a:buNone/>
              <a:defRPr sz="1500" b="1"/>
            </a:lvl7pPr>
            <a:lvl8pPr marL="2903083" indent="0">
              <a:buNone/>
              <a:defRPr sz="1500" b="1"/>
            </a:lvl8pPr>
            <a:lvl9pPr marL="3317809" indent="0">
              <a:buNone/>
              <a:defRPr sz="15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441" y="2174628"/>
            <a:ext cx="4042080" cy="3951775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pt-PT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A81D604E-3B1D-6FE2-C250-551B77B00CD3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0996AF-0126-41A9-856B-0F7E45D59F5E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7111620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pt-PT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6C24F06-7C59-5B17-37B5-5CD30022779D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28D738-0031-448F-BC38-7056BA8C5283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50952713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6F01A86D-E2A7-26ED-1E68-C9245AB1C1DE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73D6F1-8C2D-4458-93D4-02A37B2C7588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66868379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920" y="273629"/>
            <a:ext cx="3008160" cy="1160762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x-none"/>
              <a:t>Click to edit Master title style</a:t>
            </a:r>
            <a:endParaRPr lang="pt-P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521" y="273629"/>
            <a:ext cx="5112000" cy="5852774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2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pt-PT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920" y="1434391"/>
            <a:ext cx="3008160" cy="4692013"/>
          </a:xfrm>
        </p:spPr>
        <p:txBody>
          <a:bodyPr/>
          <a:lstStyle>
            <a:lvl1pPr marL="0" indent="0">
              <a:buNone/>
              <a:defRPr sz="1300"/>
            </a:lvl1pPr>
            <a:lvl2pPr marL="414726" indent="0">
              <a:buNone/>
              <a:defRPr sz="1100"/>
            </a:lvl2pPr>
            <a:lvl3pPr marL="829452" indent="0">
              <a:buNone/>
              <a:defRPr sz="900"/>
            </a:lvl3pPr>
            <a:lvl4pPr marL="1244178" indent="0">
              <a:buNone/>
              <a:defRPr sz="800"/>
            </a:lvl4pPr>
            <a:lvl5pPr marL="1658904" indent="0">
              <a:buNone/>
              <a:defRPr sz="800"/>
            </a:lvl5pPr>
            <a:lvl6pPr marL="2073631" indent="0">
              <a:buNone/>
              <a:defRPr sz="800"/>
            </a:lvl6pPr>
            <a:lvl7pPr marL="2488357" indent="0">
              <a:buNone/>
              <a:defRPr sz="800"/>
            </a:lvl7pPr>
            <a:lvl8pPr marL="2903083" indent="0">
              <a:buNone/>
              <a:defRPr sz="800"/>
            </a:lvl8pPr>
            <a:lvl9pPr marL="3317809" indent="0">
              <a:buNone/>
              <a:defRPr sz="8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94E0EB-EEA6-AB94-E9E0-0FCF06F5A8F7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D367BC-476C-4BA7-98D0-EB0EAD574C23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26678659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801" y="4800025"/>
            <a:ext cx="5486400" cy="567420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x-none"/>
              <a:t>Click to edit Master title style</a:t>
            </a:r>
            <a:endParaRPr lang="pt-PT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801" y="612065"/>
            <a:ext cx="5486400" cy="4115952"/>
          </a:xfrm>
        </p:spPr>
        <p:txBody>
          <a:bodyPr/>
          <a:lstStyle>
            <a:lvl1pPr marL="0" indent="0">
              <a:buNone/>
              <a:defRPr sz="2900"/>
            </a:lvl1pPr>
            <a:lvl2pPr marL="414726" indent="0">
              <a:buNone/>
              <a:defRPr sz="2500"/>
            </a:lvl2pPr>
            <a:lvl3pPr marL="829452" indent="0">
              <a:buNone/>
              <a:defRPr sz="2200"/>
            </a:lvl3pPr>
            <a:lvl4pPr marL="1244178" indent="0">
              <a:buNone/>
              <a:defRPr sz="1800"/>
            </a:lvl4pPr>
            <a:lvl5pPr marL="1658904" indent="0">
              <a:buNone/>
              <a:defRPr sz="1800"/>
            </a:lvl5pPr>
            <a:lvl6pPr marL="2073631" indent="0">
              <a:buNone/>
              <a:defRPr sz="1800"/>
            </a:lvl6pPr>
            <a:lvl7pPr marL="2488357" indent="0">
              <a:buNone/>
              <a:defRPr sz="1800"/>
            </a:lvl7pPr>
            <a:lvl8pPr marL="2903083" indent="0">
              <a:buNone/>
              <a:defRPr sz="1800"/>
            </a:lvl8pPr>
            <a:lvl9pPr marL="3317809" indent="0">
              <a:buNone/>
              <a:defRPr sz="18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pt-PT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801" y="5367444"/>
            <a:ext cx="5486400" cy="805044"/>
          </a:xfrm>
        </p:spPr>
        <p:txBody>
          <a:bodyPr/>
          <a:lstStyle>
            <a:lvl1pPr marL="0" indent="0">
              <a:buNone/>
              <a:defRPr sz="1300"/>
            </a:lvl1pPr>
            <a:lvl2pPr marL="414726" indent="0">
              <a:buNone/>
              <a:defRPr sz="1100"/>
            </a:lvl2pPr>
            <a:lvl3pPr marL="829452" indent="0">
              <a:buNone/>
              <a:defRPr sz="900"/>
            </a:lvl3pPr>
            <a:lvl4pPr marL="1244178" indent="0">
              <a:buNone/>
              <a:defRPr sz="800"/>
            </a:lvl4pPr>
            <a:lvl5pPr marL="1658904" indent="0">
              <a:buNone/>
              <a:defRPr sz="800"/>
            </a:lvl5pPr>
            <a:lvl6pPr marL="2073631" indent="0">
              <a:buNone/>
              <a:defRPr sz="800"/>
            </a:lvl6pPr>
            <a:lvl7pPr marL="2488357" indent="0">
              <a:buNone/>
              <a:defRPr sz="800"/>
            </a:lvl7pPr>
            <a:lvl8pPr marL="2903083" indent="0">
              <a:buNone/>
              <a:defRPr sz="800"/>
            </a:lvl8pPr>
            <a:lvl9pPr marL="3317809" indent="0">
              <a:buNone/>
              <a:defRPr sz="8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3D567C-44EC-EC58-8C13-17FEBE0CE375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48E0C4-E437-445F-9DEF-D5017B4F9D40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17367649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pt-PT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pt-PT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FB03FE9-6FC7-BA56-C0DD-99C390073065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E4043B-582F-4F6C-A8B5-D1148DF4D291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95656006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6880" y="273629"/>
            <a:ext cx="2056320" cy="6112002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pt-PT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6481" y="273629"/>
            <a:ext cx="6032160" cy="6112002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pt-PT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9C673FE-315B-4810-A822-F7DC2A282CD2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94E9A5-63FE-4D3A-A55D-27894524D9A4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83070653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44727"/>
            <a:ext cx="77724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033854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4674898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6100" y="1428769"/>
            <a:ext cx="8097838" cy="464343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105"/>
          <p:cNvSpPr>
            <a:spLocks noGrp="1" noChangeArrowheads="1"/>
          </p:cNvSpPr>
          <p:nvPr>
            <p:ph type="title"/>
          </p:nvPr>
        </p:nvSpPr>
        <p:spPr bwMode="auto">
          <a:xfrm>
            <a:off x="571500" y="357165"/>
            <a:ext cx="8072438" cy="857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nn-NO" dirty="0" err="1"/>
              <a:t>Click</a:t>
            </a:r>
            <a:r>
              <a:rPr lang="nn-NO" dirty="0"/>
              <a:t> to </a:t>
            </a:r>
            <a:r>
              <a:rPr lang="nn-NO" dirty="0" err="1"/>
              <a:t>edit</a:t>
            </a:r>
            <a:r>
              <a:rPr lang="nn-NO" dirty="0"/>
              <a:t> Master title </a:t>
            </a:r>
            <a:r>
              <a:rPr lang="nn-NO" dirty="0" err="1"/>
              <a:t>style</a:t>
            </a:r>
            <a:endParaRPr lang="nn-NO" dirty="0"/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FB9332C2-8239-0FB9-3F24-770B54913968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AC05CA-B2E6-4146-8AD1-20310667C6AF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828642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6100" y="1428736"/>
            <a:ext cx="3954462" cy="47149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9652" y="1428736"/>
            <a:ext cx="4024314" cy="47149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 105"/>
          <p:cNvSpPr>
            <a:spLocks noGrp="1" noChangeArrowheads="1"/>
          </p:cNvSpPr>
          <p:nvPr>
            <p:ph type="title"/>
          </p:nvPr>
        </p:nvSpPr>
        <p:spPr bwMode="auto">
          <a:xfrm>
            <a:off x="571500" y="357165"/>
            <a:ext cx="8072438" cy="8572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/>
            <a:r>
              <a:rPr lang="nn-NO" dirty="0" err="1"/>
              <a:t>Click</a:t>
            </a:r>
            <a:r>
              <a:rPr lang="nn-NO" dirty="0"/>
              <a:t> to </a:t>
            </a:r>
            <a:r>
              <a:rPr lang="nn-NO" dirty="0" err="1"/>
              <a:t>edit</a:t>
            </a:r>
            <a:r>
              <a:rPr lang="nn-NO" dirty="0"/>
              <a:t> Master title </a:t>
            </a:r>
            <a:r>
              <a:rPr lang="nn-NO" dirty="0" err="1"/>
              <a:t>style</a:t>
            </a:r>
            <a:endParaRPr lang="nn-NO" dirty="0"/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DB5CD630-8670-064E-A80C-DC2E0AFA8117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0081E9-49A6-4431-A8DF-52A9E0679334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827308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C2F9332-C808-F02B-177A-CDD690CE8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CE2C1A-2157-474D-847E-E653CCB79B82}" type="datetimeFigureOut">
              <a:rPr lang="pt-BR"/>
              <a:pPr>
                <a:defRPr/>
              </a:pPr>
              <a:t>07/04/2026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0F5913-F674-4BF3-01DD-70080DCA5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E41CBAB-FD27-6D14-5824-F3C86AE09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8327E0-04E8-43E1-AED1-125C5C7FBBA1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11988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1D73B2E-4633-AC20-70F2-A31A0912A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C1596D-709E-4A31-BE6D-079542C18232}" type="datetimeFigureOut">
              <a:rPr lang="pt-BR"/>
              <a:pPr>
                <a:defRPr/>
              </a:pPr>
              <a:t>07/04/2026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D46C4B9-E926-C3F1-F620-F104A58A2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740CC99-7EDF-72AD-D973-39591D995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CCDA64-4652-44D7-AE2C-16526E8C5D40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92094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1924822-1DB8-8A72-5654-47AE9FE07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1B6453-7EA2-4D87-84F5-61168C488202}" type="datetimeFigureOut">
              <a:rPr lang="pt-BR"/>
              <a:pPr>
                <a:defRPr/>
              </a:pPr>
              <a:t>07/04/2026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D900787-1F3E-8C1B-EB1D-813E71596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F56D7C9-90A4-DF1E-201D-E203AA523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B55D39-8ABF-4C55-8FF0-3E57AEE370B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77193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CFC01EF0-6ADF-2D91-A735-976C09E82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745AAA-6B14-4001-9F71-D39192309990}" type="datetimeFigureOut">
              <a:rPr lang="pt-BR"/>
              <a:pPr>
                <a:defRPr/>
              </a:pPr>
              <a:t>07/04/2026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F2B3AEC0-082F-5786-B8B5-8FBE3A20C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0093BB5D-2B2C-5C1E-47CA-0F0D1978B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4978D4-FCA0-4C23-A1AC-2E8CC66C0E6D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74389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>
            <a:extLst>
              <a:ext uri="{FF2B5EF4-FFF2-40B4-BE49-F238E27FC236}">
                <a16:creationId xmlns:a16="http://schemas.microsoft.com/office/drawing/2014/main" id="{063069CE-0021-0E0D-CFC5-61A032A70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2DCCE8-1077-454F-AF65-7E884406C3DC}" type="datetimeFigureOut">
              <a:rPr lang="pt-BR"/>
              <a:pPr>
                <a:defRPr/>
              </a:pPr>
              <a:t>07/04/2026</a:t>
            </a:fld>
            <a:endParaRPr lang="pt-BR"/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80B1A8B8-57FE-2313-A108-6134EAFB9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F3E7F2E3-9606-F23E-80F7-2F77FADB8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4B28D4-83C0-43BA-9B9B-45C0E1F131B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50895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F6A8CE51-D77B-2E84-0F66-BDC2F754F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9A7767-40F2-425D-A861-CD19600399C6}" type="datetimeFigureOut">
              <a:rPr lang="pt-BR"/>
              <a:pPr>
                <a:defRPr/>
              </a:pPr>
              <a:t>07/04/2026</a:t>
            </a:fld>
            <a:endParaRPr lang="pt-BR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EADBD992-050A-BCA8-9392-DDC0B5E40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7DC59F0F-9A1B-C807-6638-215644994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67E55C-7F3C-4155-B611-9BB57B39932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09601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>
            <a:extLst>
              <a:ext uri="{FF2B5EF4-FFF2-40B4-BE49-F238E27FC236}">
                <a16:creationId xmlns:a16="http://schemas.microsoft.com/office/drawing/2014/main" id="{B1C0FA26-456F-BEFE-5AC2-FC1D6C36E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BF6046-58DC-4CDC-B107-02D82ECB8F1C}" type="datetimeFigureOut">
              <a:rPr lang="pt-BR"/>
              <a:pPr>
                <a:defRPr/>
              </a:pPr>
              <a:t>07/04/2026</a:t>
            </a:fld>
            <a:endParaRPr lang="pt-BR"/>
          </a:p>
        </p:txBody>
      </p:sp>
      <p:sp>
        <p:nvSpPr>
          <p:cNvPr id="3" name="Espaço Reservado para Rodapé 4">
            <a:extLst>
              <a:ext uri="{FF2B5EF4-FFF2-40B4-BE49-F238E27FC236}">
                <a16:creationId xmlns:a16="http://schemas.microsoft.com/office/drawing/2014/main" id="{7DCA1F93-211B-037E-EF38-87665426C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7B43AC99-A87E-B373-31CB-91DCAB141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2A15F5-EDC9-4644-BC45-17D47C2F240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564638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5F311C66-2979-19A9-3D91-031FB0CBC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8F8962-3747-42BD-AD70-348146DFD97E}" type="datetimeFigureOut">
              <a:rPr lang="pt-BR"/>
              <a:pPr>
                <a:defRPr/>
              </a:pPr>
              <a:t>07/04/2026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D3E5F2C5-4D5E-732E-51A6-823F3474A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1C548F60-0014-7F07-E93A-ACA1D9363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A5C459-6F76-47C4-80CC-A6B42CA256C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340521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477959BD-8091-ADFA-15D6-7E5B44AEF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17ADC7-D8CF-4583-998F-EFE56A56704E}" type="datetimeFigureOut">
              <a:rPr lang="pt-BR"/>
              <a:pPr>
                <a:defRPr/>
              </a:pPr>
              <a:t>07/04/2026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367109F0-A01B-955E-E93A-E703982AD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F835EA59-6D70-2435-4654-C2AC7AE1A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005510-8C17-453F-AC7E-E479D5E201C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82373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DA2D25E-FCEF-B4CC-D004-BFA1543FC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648978-9C17-4CF4-8A15-8565CE08210A}" type="datetimeFigureOut">
              <a:rPr lang="pt-BR"/>
              <a:pPr>
                <a:defRPr/>
              </a:pPr>
              <a:t>07/04/2026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5E0CBF-508D-C49F-ADE1-F892C0DA3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CA00956-A138-3343-B1EF-ADF0F351D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558A43-400A-4FE7-8CBD-1BB691747011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23061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6284BCF-850A-BBC9-1036-A4AB97A0C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9A04A0-3ADC-4594-9C04-468A604DEF65}" type="datetimeFigureOut">
              <a:rPr lang="pt-BR"/>
              <a:pPr>
                <a:defRPr/>
              </a:pPr>
              <a:t>07/04/2026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FEF305E-F6C2-A207-F712-B652B01D8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86C5080-C747-7400-6706-46B220F924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914F2E-C0BD-4827-8145-6964BB97238E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928197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440" y="2129984"/>
            <a:ext cx="7773120" cy="1470394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pt-PT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2321" y="3885528"/>
            <a:ext cx="6400800" cy="1752664"/>
          </a:xfrm>
        </p:spPr>
        <p:txBody>
          <a:bodyPr/>
          <a:lstStyle>
            <a:lvl1pPr marL="0" indent="0" algn="ctr">
              <a:buNone/>
              <a:defRPr/>
            </a:lvl1pPr>
            <a:lvl2pPr marL="414640" indent="0" algn="ctr">
              <a:buNone/>
              <a:defRPr/>
            </a:lvl2pPr>
            <a:lvl3pPr marL="829280" indent="0" algn="ctr">
              <a:buNone/>
              <a:defRPr/>
            </a:lvl3pPr>
            <a:lvl4pPr marL="1243920" indent="0" algn="ctr">
              <a:buNone/>
              <a:defRPr/>
            </a:lvl4pPr>
            <a:lvl5pPr marL="1658560" indent="0" algn="ctr">
              <a:buNone/>
              <a:defRPr/>
            </a:lvl5pPr>
            <a:lvl6pPr marL="2073201" indent="0" algn="ctr">
              <a:buNone/>
              <a:defRPr/>
            </a:lvl6pPr>
            <a:lvl7pPr marL="2487841" indent="0" algn="ctr">
              <a:buNone/>
              <a:defRPr/>
            </a:lvl7pPr>
            <a:lvl8pPr marL="2902481" indent="0" algn="ctr">
              <a:buNone/>
              <a:defRPr/>
            </a:lvl8pPr>
            <a:lvl9pPr marL="3317121" indent="0" algn="ctr">
              <a:buNone/>
              <a:defRPr/>
            </a:lvl9pPr>
          </a:lstStyle>
          <a:p>
            <a:r>
              <a:rPr lang="x-none"/>
              <a:t>Click to edit Master subtitle style</a:t>
            </a:r>
            <a:endParaRPr lang="pt-PT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BFA225-0E60-3C6E-B016-A218D20CC87D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4A9234-47D4-393D-9941-BD4F048081D4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IFBA - &lt;&gt;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60946B-41AF-04FD-4011-8B176F5B3590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D886C2-5882-4904-A63A-7B185B9D331F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544588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pt-P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pt-PT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B3607C-FF8E-D839-7D59-9AFF495396A5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377C95-1202-5E85-0289-497DFE908A5F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IFBA - &lt;&gt;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5F4217-400A-99B5-37B7-49B23B40351D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569347-E9D6-47CD-BED3-6222A866B1C3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1271184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880" y="4406865"/>
            <a:ext cx="7771680" cy="1362383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x-none"/>
              <a:t>Click to edit Master title style</a:t>
            </a:r>
            <a:endParaRPr lang="pt-P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880" y="2906225"/>
            <a:ext cx="7771680" cy="1500638"/>
          </a:xfrm>
        </p:spPr>
        <p:txBody>
          <a:bodyPr anchor="b"/>
          <a:lstStyle>
            <a:lvl1pPr marL="0" indent="0">
              <a:buNone/>
              <a:defRPr sz="1800"/>
            </a:lvl1pPr>
            <a:lvl2pPr marL="414640" indent="0">
              <a:buNone/>
              <a:defRPr sz="1600"/>
            </a:lvl2pPr>
            <a:lvl3pPr marL="829280" indent="0">
              <a:buNone/>
              <a:defRPr sz="1500"/>
            </a:lvl3pPr>
            <a:lvl4pPr marL="1243920" indent="0">
              <a:buNone/>
              <a:defRPr sz="1300"/>
            </a:lvl4pPr>
            <a:lvl5pPr marL="1658560" indent="0">
              <a:buNone/>
              <a:defRPr sz="1300"/>
            </a:lvl5pPr>
            <a:lvl6pPr marL="2073201" indent="0">
              <a:buNone/>
              <a:defRPr sz="1300"/>
            </a:lvl6pPr>
            <a:lvl7pPr marL="2487841" indent="0">
              <a:buNone/>
              <a:defRPr sz="1300"/>
            </a:lvl7pPr>
            <a:lvl8pPr marL="2902481" indent="0">
              <a:buNone/>
              <a:defRPr sz="1300"/>
            </a:lvl8pPr>
            <a:lvl9pPr marL="3317121" indent="0">
              <a:buNone/>
              <a:defRPr sz="13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009CF59-9C9C-EBC7-FE05-B06C62FCC4A9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7727A8-52A7-DEA0-CF5D-C5E4B547670E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IFBA - &lt;&gt;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26DCC1-8AC7-6049-E213-A73B99D04B62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4EDA84-818F-4479-A04B-55106ACC5975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733829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pt-PT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6480" y="1604328"/>
            <a:ext cx="4043520" cy="3976258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pt-PT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8241" y="1604328"/>
            <a:ext cx="4044960" cy="3976258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pt-PT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54D5E1C-4DF3-7732-F5AF-82F1AC649D0A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A3D43112-CB9B-E3BF-AD77-8C19FFABCDAF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IFBA - &lt;&gt;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FD07EE4E-709B-47B9-BB0F-F7C595CBC40E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6775DD-CB29-4D6B-A047-B0A88CD3D4CC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6498098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922" y="275072"/>
            <a:ext cx="8229600" cy="1142039"/>
          </a:xfrm>
        </p:spPr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pt-P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920" y="1535201"/>
            <a:ext cx="4039200" cy="639427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4640" indent="0">
              <a:buNone/>
              <a:defRPr sz="1800" b="1"/>
            </a:lvl2pPr>
            <a:lvl3pPr marL="829280" indent="0">
              <a:buNone/>
              <a:defRPr sz="1600" b="1"/>
            </a:lvl3pPr>
            <a:lvl4pPr marL="1243920" indent="0">
              <a:buNone/>
              <a:defRPr sz="1500" b="1"/>
            </a:lvl4pPr>
            <a:lvl5pPr marL="1658560" indent="0">
              <a:buNone/>
              <a:defRPr sz="1500" b="1"/>
            </a:lvl5pPr>
            <a:lvl6pPr marL="2073201" indent="0">
              <a:buNone/>
              <a:defRPr sz="1500" b="1"/>
            </a:lvl6pPr>
            <a:lvl7pPr marL="2487841" indent="0">
              <a:buNone/>
              <a:defRPr sz="1500" b="1"/>
            </a:lvl7pPr>
            <a:lvl8pPr marL="2902481" indent="0">
              <a:buNone/>
              <a:defRPr sz="1500" b="1"/>
            </a:lvl8pPr>
            <a:lvl9pPr marL="3317121" indent="0">
              <a:buNone/>
              <a:defRPr sz="15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920" y="2174628"/>
            <a:ext cx="4039200" cy="3951775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pt-PT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442" y="1535201"/>
            <a:ext cx="4042080" cy="639427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4640" indent="0">
              <a:buNone/>
              <a:defRPr sz="1800" b="1"/>
            </a:lvl2pPr>
            <a:lvl3pPr marL="829280" indent="0">
              <a:buNone/>
              <a:defRPr sz="1600" b="1"/>
            </a:lvl3pPr>
            <a:lvl4pPr marL="1243920" indent="0">
              <a:buNone/>
              <a:defRPr sz="1500" b="1"/>
            </a:lvl4pPr>
            <a:lvl5pPr marL="1658560" indent="0">
              <a:buNone/>
              <a:defRPr sz="1500" b="1"/>
            </a:lvl5pPr>
            <a:lvl6pPr marL="2073201" indent="0">
              <a:buNone/>
              <a:defRPr sz="1500" b="1"/>
            </a:lvl6pPr>
            <a:lvl7pPr marL="2487841" indent="0">
              <a:buNone/>
              <a:defRPr sz="1500" b="1"/>
            </a:lvl7pPr>
            <a:lvl8pPr marL="2902481" indent="0">
              <a:buNone/>
              <a:defRPr sz="1500" b="1"/>
            </a:lvl8pPr>
            <a:lvl9pPr marL="3317121" indent="0">
              <a:buNone/>
              <a:defRPr sz="15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442" y="2174628"/>
            <a:ext cx="4042080" cy="3951775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pt-PT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FD25242-C625-E85C-7F5A-BBC0B48B32D5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A1E14B93-0D3E-1B2A-38A2-E3EE568C3C0A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IFBA - &lt;&gt;</a:t>
            </a: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CF9BEAF2-A0CC-F508-DA07-8FBB5B766AA4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A11890-F707-474C-AB85-4A069A847AE0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4760392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pt-PT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52A633D2-6FFB-A7C7-547B-35AC798335AE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E9497A4-D741-786E-4A7D-13075D8891D1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IFBA - &lt;&gt;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FBA99C8-39C2-5ECF-E44C-DD40128E85C7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8E5C0F-7969-4EA3-AB3C-9C960692D94A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8367740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23C8A285-B613-9BA6-46EF-8F97FAB3C8AE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0B1E3404-8072-B2A8-3113-A2C454693128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IFBA - &lt;&gt;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3945831-6B95-5F72-87FB-DD9FB6768B98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7FB8F1-D66C-4CC3-A793-75A5F81EE41D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7864691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920" y="273629"/>
            <a:ext cx="3008160" cy="1160762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x-none"/>
              <a:t>Click to edit Master title style</a:t>
            </a:r>
            <a:endParaRPr lang="pt-P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523" y="273631"/>
            <a:ext cx="5112000" cy="5852774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2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pt-PT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920" y="1434393"/>
            <a:ext cx="3008160" cy="4692013"/>
          </a:xfrm>
        </p:spPr>
        <p:txBody>
          <a:bodyPr/>
          <a:lstStyle>
            <a:lvl1pPr marL="0" indent="0">
              <a:buNone/>
              <a:defRPr sz="1300"/>
            </a:lvl1pPr>
            <a:lvl2pPr marL="414640" indent="0">
              <a:buNone/>
              <a:defRPr sz="1100"/>
            </a:lvl2pPr>
            <a:lvl3pPr marL="829280" indent="0">
              <a:buNone/>
              <a:defRPr sz="900"/>
            </a:lvl3pPr>
            <a:lvl4pPr marL="1243920" indent="0">
              <a:buNone/>
              <a:defRPr sz="800"/>
            </a:lvl4pPr>
            <a:lvl5pPr marL="1658560" indent="0">
              <a:buNone/>
              <a:defRPr sz="800"/>
            </a:lvl5pPr>
            <a:lvl6pPr marL="2073201" indent="0">
              <a:buNone/>
              <a:defRPr sz="800"/>
            </a:lvl6pPr>
            <a:lvl7pPr marL="2487841" indent="0">
              <a:buNone/>
              <a:defRPr sz="800"/>
            </a:lvl7pPr>
            <a:lvl8pPr marL="2902481" indent="0">
              <a:buNone/>
              <a:defRPr sz="800"/>
            </a:lvl8pPr>
            <a:lvl9pPr marL="3317121" indent="0">
              <a:buNone/>
              <a:defRPr sz="8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0D7E421-843C-B544-AA0E-25DBDF0DA923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492312C6-E5EA-2077-4FC2-808322B72C9B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IFBA - &lt;&gt;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66E3EC81-BE21-B0F6-84D9-4CE046574929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3ACBF2-9E34-4781-B5E5-306E73E31350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223320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803" y="4800026"/>
            <a:ext cx="5486400" cy="567420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x-none"/>
              <a:t>Click to edit Master title style</a:t>
            </a:r>
            <a:endParaRPr lang="pt-PT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803" y="612065"/>
            <a:ext cx="5486400" cy="4115952"/>
          </a:xfrm>
        </p:spPr>
        <p:txBody>
          <a:bodyPr/>
          <a:lstStyle>
            <a:lvl1pPr marL="0" indent="0">
              <a:buNone/>
              <a:defRPr sz="2900"/>
            </a:lvl1pPr>
            <a:lvl2pPr marL="414640" indent="0">
              <a:buNone/>
              <a:defRPr sz="2500"/>
            </a:lvl2pPr>
            <a:lvl3pPr marL="829280" indent="0">
              <a:buNone/>
              <a:defRPr sz="2200"/>
            </a:lvl3pPr>
            <a:lvl4pPr marL="1243920" indent="0">
              <a:buNone/>
              <a:defRPr sz="1800"/>
            </a:lvl4pPr>
            <a:lvl5pPr marL="1658560" indent="0">
              <a:buNone/>
              <a:defRPr sz="1800"/>
            </a:lvl5pPr>
            <a:lvl6pPr marL="2073201" indent="0">
              <a:buNone/>
              <a:defRPr sz="1800"/>
            </a:lvl6pPr>
            <a:lvl7pPr marL="2487841" indent="0">
              <a:buNone/>
              <a:defRPr sz="1800"/>
            </a:lvl7pPr>
            <a:lvl8pPr marL="2902481" indent="0">
              <a:buNone/>
              <a:defRPr sz="1800"/>
            </a:lvl8pPr>
            <a:lvl9pPr marL="3317121" indent="0">
              <a:buNone/>
              <a:defRPr sz="18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pt-PT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803" y="5367444"/>
            <a:ext cx="5486400" cy="805044"/>
          </a:xfrm>
        </p:spPr>
        <p:txBody>
          <a:bodyPr/>
          <a:lstStyle>
            <a:lvl1pPr marL="0" indent="0">
              <a:buNone/>
              <a:defRPr sz="1300"/>
            </a:lvl1pPr>
            <a:lvl2pPr marL="414640" indent="0">
              <a:buNone/>
              <a:defRPr sz="1100"/>
            </a:lvl2pPr>
            <a:lvl3pPr marL="829280" indent="0">
              <a:buNone/>
              <a:defRPr sz="900"/>
            </a:lvl3pPr>
            <a:lvl4pPr marL="1243920" indent="0">
              <a:buNone/>
              <a:defRPr sz="800"/>
            </a:lvl4pPr>
            <a:lvl5pPr marL="1658560" indent="0">
              <a:buNone/>
              <a:defRPr sz="800"/>
            </a:lvl5pPr>
            <a:lvl6pPr marL="2073201" indent="0">
              <a:buNone/>
              <a:defRPr sz="800"/>
            </a:lvl6pPr>
            <a:lvl7pPr marL="2487841" indent="0">
              <a:buNone/>
              <a:defRPr sz="800"/>
            </a:lvl7pPr>
            <a:lvl8pPr marL="2902481" indent="0">
              <a:buNone/>
              <a:defRPr sz="800"/>
            </a:lvl8pPr>
            <a:lvl9pPr marL="3317121" indent="0">
              <a:buNone/>
              <a:defRPr sz="8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B299F85-D5E4-7488-1930-B5D5D078B461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61378E33-5E6A-2E14-C006-8CBD992E3906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IFBA - &lt;&gt;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76C4ACBB-09E3-6E3D-ECF5-6AC31E37612F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697EE2-AF81-4DD1-8453-A6B2478BCD4E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4425208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pt-PT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pt-PT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C306037-340D-E789-6205-81F8549E392F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4A3041-8C63-A9C4-2B31-E29930DDC78A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IFBA - &lt;&gt;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1B5DDC1-B863-6F8F-6D45-EC3CF6A457A1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651AAF-6344-429B-9119-6669853EB934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9760666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6880" y="273629"/>
            <a:ext cx="2056320" cy="5306958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pt-PT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6481" y="273629"/>
            <a:ext cx="6032160" cy="5306958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pt-PT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766B55-7CFB-207B-0521-A99B70F359E1}"/>
              </a:ext>
            </a:extLst>
          </p:cNvPr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BBD878-CE84-60E4-45A9-76FD32700B6C}"/>
              </a:ext>
            </a:extLst>
          </p:cNvPr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IFBA - &lt;&gt;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6CAB1E2-F506-19B4-6CF7-3DF2A2826735}"/>
              </a:ext>
            </a:extLst>
          </p:cNvPr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573A4F-6259-47C7-BA00-BABF7AD5BD21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986918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440" y="2129984"/>
            <a:ext cx="7773120" cy="1470394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pt-PT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2321" y="3885528"/>
            <a:ext cx="6400800" cy="1752664"/>
          </a:xfrm>
        </p:spPr>
        <p:txBody>
          <a:bodyPr/>
          <a:lstStyle>
            <a:lvl1pPr marL="0" indent="0" algn="ctr">
              <a:buNone/>
              <a:defRPr/>
            </a:lvl1pPr>
            <a:lvl2pPr marL="414597" indent="0" algn="ctr">
              <a:buNone/>
              <a:defRPr/>
            </a:lvl2pPr>
            <a:lvl3pPr marL="829194" indent="0" algn="ctr">
              <a:buNone/>
              <a:defRPr/>
            </a:lvl3pPr>
            <a:lvl4pPr marL="1243791" indent="0" algn="ctr">
              <a:buNone/>
              <a:defRPr/>
            </a:lvl4pPr>
            <a:lvl5pPr marL="1658388" indent="0" algn="ctr">
              <a:buNone/>
              <a:defRPr/>
            </a:lvl5pPr>
            <a:lvl6pPr marL="2072986" indent="0" algn="ctr">
              <a:buNone/>
              <a:defRPr/>
            </a:lvl6pPr>
            <a:lvl7pPr marL="2487583" indent="0" algn="ctr">
              <a:buNone/>
              <a:defRPr/>
            </a:lvl7pPr>
            <a:lvl8pPr marL="2902180" indent="0" algn="ctr">
              <a:buNone/>
              <a:defRPr/>
            </a:lvl8pPr>
            <a:lvl9pPr marL="3316777" indent="0" algn="ctr">
              <a:buNone/>
              <a:defRPr/>
            </a:lvl9pPr>
          </a:lstStyle>
          <a:p>
            <a:r>
              <a:rPr lang="x-none"/>
              <a:t>Click to edit Master subtitle style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5918517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pt-P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6740366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880" y="4406866"/>
            <a:ext cx="7771680" cy="1362383"/>
          </a:xfrm>
        </p:spPr>
        <p:txBody>
          <a:bodyPr anchor="t"/>
          <a:lstStyle>
            <a:lvl1pPr algn="l">
              <a:defRPr sz="3600" b="1" cap="all"/>
            </a:lvl1pPr>
          </a:lstStyle>
          <a:p>
            <a:r>
              <a:rPr lang="x-none"/>
              <a:t>Click to edit Master title style</a:t>
            </a:r>
            <a:endParaRPr lang="pt-P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880" y="2906225"/>
            <a:ext cx="7771680" cy="1500638"/>
          </a:xfrm>
        </p:spPr>
        <p:txBody>
          <a:bodyPr anchor="b"/>
          <a:lstStyle>
            <a:lvl1pPr marL="0" indent="0">
              <a:buNone/>
              <a:defRPr sz="1800"/>
            </a:lvl1pPr>
            <a:lvl2pPr marL="414597" indent="0">
              <a:buNone/>
              <a:defRPr sz="1600"/>
            </a:lvl2pPr>
            <a:lvl3pPr marL="829194" indent="0">
              <a:buNone/>
              <a:defRPr sz="1500"/>
            </a:lvl3pPr>
            <a:lvl4pPr marL="1243791" indent="0">
              <a:buNone/>
              <a:defRPr sz="1300"/>
            </a:lvl4pPr>
            <a:lvl5pPr marL="1658388" indent="0">
              <a:buNone/>
              <a:defRPr sz="1300"/>
            </a:lvl5pPr>
            <a:lvl6pPr marL="2072986" indent="0">
              <a:buNone/>
              <a:defRPr sz="1300"/>
            </a:lvl6pPr>
            <a:lvl7pPr marL="2487583" indent="0">
              <a:buNone/>
              <a:defRPr sz="1300"/>
            </a:lvl7pPr>
            <a:lvl8pPr marL="2902180" indent="0">
              <a:buNone/>
              <a:defRPr sz="1300"/>
            </a:lvl8pPr>
            <a:lvl9pPr marL="3316777" indent="0">
              <a:buNone/>
              <a:defRPr sz="13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0039297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pt-PT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6480" y="1604328"/>
            <a:ext cx="4043520" cy="3976258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pt-PT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8241" y="1604328"/>
            <a:ext cx="4044960" cy="3976258"/>
          </a:xfrm>
        </p:spPr>
        <p:txBody>
          <a:bodyPr/>
          <a:lstStyle>
            <a:lvl1pPr>
              <a:defRPr sz="2500"/>
            </a:lvl1pPr>
            <a:lvl2pPr>
              <a:defRPr sz="22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4748844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922" y="275073"/>
            <a:ext cx="8229600" cy="1142039"/>
          </a:xfrm>
        </p:spPr>
        <p:txBody>
          <a:bodyPr/>
          <a:lstStyle>
            <a:lvl1pPr>
              <a:defRPr/>
            </a:lvl1pPr>
          </a:lstStyle>
          <a:p>
            <a:r>
              <a:rPr lang="x-none"/>
              <a:t>Click to edit Master title style</a:t>
            </a:r>
            <a:endParaRPr lang="pt-PT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920" y="1535201"/>
            <a:ext cx="4039200" cy="639427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4597" indent="0">
              <a:buNone/>
              <a:defRPr sz="1800" b="1"/>
            </a:lvl2pPr>
            <a:lvl3pPr marL="829194" indent="0">
              <a:buNone/>
              <a:defRPr sz="1600" b="1"/>
            </a:lvl3pPr>
            <a:lvl4pPr marL="1243791" indent="0">
              <a:buNone/>
              <a:defRPr sz="1500" b="1"/>
            </a:lvl4pPr>
            <a:lvl5pPr marL="1658388" indent="0">
              <a:buNone/>
              <a:defRPr sz="1500" b="1"/>
            </a:lvl5pPr>
            <a:lvl6pPr marL="2072986" indent="0">
              <a:buNone/>
              <a:defRPr sz="1500" b="1"/>
            </a:lvl6pPr>
            <a:lvl7pPr marL="2487583" indent="0">
              <a:buNone/>
              <a:defRPr sz="1500" b="1"/>
            </a:lvl7pPr>
            <a:lvl8pPr marL="2902180" indent="0">
              <a:buNone/>
              <a:defRPr sz="1500" b="1"/>
            </a:lvl8pPr>
            <a:lvl9pPr marL="3316777" indent="0">
              <a:buNone/>
              <a:defRPr sz="15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920" y="2174628"/>
            <a:ext cx="4039200" cy="3951775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pt-PT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442" y="1535201"/>
            <a:ext cx="4042080" cy="639427"/>
          </a:xfrm>
        </p:spPr>
        <p:txBody>
          <a:bodyPr anchor="b"/>
          <a:lstStyle>
            <a:lvl1pPr marL="0" indent="0">
              <a:buNone/>
              <a:defRPr sz="2200" b="1"/>
            </a:lvl1pPr>
            <a:lvl2pPr marL="414597" indent="0">
              <a:buNone/>
              <a:defRPr sz="1800" b="1"/>
            </a:lvl2pPr>
            <a:lvl3pPr marL="829194" indent="0">
              <a:buNone/>
              <a:defRPr sz="1600" b="1"/>
            </a:lvl3pPr>
            <a:lvl4pPr marL="1243791" indent="0">
              <a:buNone/>
              <a:defRPr sz="1500" b="1"/>
            </a:lvl4pPr>
            <a:lvl5pPr marL="1658388" indent="0">
              <a:buNone/>
              <a:defRPr sz="1500" b="1"/>
            </a:lvl5pPr>
            <a:lvl6pPr marL="2072986" indent="0">
              <a:buNone/>
              <a:defRPr sz="1500" b="1"/>
            </a:lvl6pPr>
            <a:lvl7pPr marL="2487583" indent="0">
              <a:buNone/>
              <a:defRPr sz="1500" b="1"/>
            </a:lvl7pPr>
            <a:lvl8pPr marL="2902180" indent="0">
              <a:buNone/>
              <a:defRPr sz="1500" b="1"/>
            </a:lvl8pPr>
            <a:lvl9pPr marL="3316777" indent="0">
              <a:buNone/>
              <a:defRPr sz="1500" b="1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442" y="2174628"/>
            <a:ext cx="4042080" cy="3951775"/>
          </a:xfrm>
        </p:spPr>
        <p:txBody>
          <a:bodyPr/>
          <a:lstStyle>
            <a:lvl1pPr>
              <a:defRPr sz="2200"/>
            </a:lvl1pPr>
            <a:lvl2pPr>
              <a:defRPr sz="1800"/>
            </a:lvl2pPr>
            <a:lvl3pPr>
              <a:defRPr sz="16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8648714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79029272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721751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920" y="273629"/>
            <a:ext cx="3008160" cy="1160762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x-none"/>
              <a:t>Click to edit Master title style</a:t>
            </a:r>
            <a:endParaRPr lang="pt-PT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524" y="273632"/>
            <a:ext cx="5112000" cy="5852774"/>
          </a:xfrm>
        </p:spPr>
        <p:txBody>
          <a:bodyPr/>
          <a:lstStyle>
            <a:lvl1pPr>
              <a:defRPr sz="2900"/>
            </a:lvl1pPr>
            <a:lvl2pPr>
              <a:defRPr sz="2500"/>
            </a:lvl2pPr>
            <a:lvl3pPr>
              <a:defRPr sz="22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pt-PT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920" y="1434394"/>
            <a:ext cx="3008160" cy="4692013"/>
          </a:xfrm>
        </p:spPr>
        <p:txBody>
          <a:bodyPr/>
          <a:lstStyle>
            <a:lvl1pPr marL="0" indent="0">
              <a:buNone/>
              <a:defRPr sz="1300"/>
            </a:lvl1pPr>
            <a:lvl2pPr marL="414597" indent="0">
              <a:buNone/>
              <a:defRPr sz="1100"/>
            </a:lvl2pPr>
            <a:lvl3pPr marL="829194" indent="0">
              <a:buNone/>
              <a:defRPr sz="900"/>
            </a:lvl3pPr>
            <a:lvl4pPr marL="1243791" indent="0">
              <a:buNone/>
              <a:defRPr sz="800"/>
            </a:lvl4pPr>
            <a:lvl5pPr marL="1658388" indent="0">
              <a:buNone/>
              <a:defRPr sz="800"/>
            </a:lvl5pPr>
            <a:lvl6pPr marL="2072986" indent="0">
              <a:buNone/>
              <a:defRPr sz="800"/>
            </a:lvl6pPr>
            <a:lvl7pPr marL="2487583" indent="0">
              <a:buNone/>
              <a:defRPr sz="800"/>
            </a:lvl7pPr>
            <a:lvl8pPr marL="2902180" indent="0">
              <a:buNone/>
              <a:defRPr sz="800"/>
            </a:lvl8pPr>
            <a:lvl9pPr marL="3316777" indent="0">
              <a:buNone/>
              <a:defRPr sz="8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4348595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804" y="4800026"/>
            <a:ext cx="5486400" cy="567420"/>
          </a:xfrm>
        </p:spPr>
        <p:txBody>
          <a:bodyPr anchor="b"/>
          <a:lstStyle>
            <a:lvl1pPr algn="l">
              <a:defRPr sz="1800" b="1"/>
            </a:lvl1pPr>
          </a:lstStyle>
          <a:p>
            <a:r>
              <a:rPr lang="x-none"/>
              <a:t>Click to edit Master title style</a:t>
            </a:r>
            <a:endParaRPr lang="pt-PT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804" y="612065"/>
            <a:ext cx="5486400" cy="4115952"/>
          </a:xfrm>
        </p:spPr>
        <p:txBody>
          <a:bodyPr/>
          <a:lstStyle>
            <a:lvl1pPr marL="0" indent="0">
              <a:buNone/>
              <a:defRPr sz="2900"/>
            </a:lvl1pPr>
            <a:lvl2pPr marL="414597" indent="0">
              <a:buNone/>
              <a:defRPr sz="2500"/>
            </a:lvl2pPr>
            <a:lvl3pPr marL="829194" indent="0">
              <a:buNone/>
              <a:defRPr sz="2200"/>
            </a:lvl3pPr>
            <a:lvl4pPr marL="1243791" indent="0">
              <a:buNone/>
              <a:defRPr sz="1800"/>
            </a:lvl4pPr>
            <a:lvl5pPr marL="1658388" indent="0">
              <a:buNone/>
              <a:defRPr sz="1800"/>
            </a:lvl5pPr>
            <a:lvl6pPr marL="2072986" indent="0">
              <a:buNone/>
              <a:defRPr sz="1800"/>
            </a:lvl6pPr>
            <a:lvl7pPr marL="2487583" indent="0">
              <a:buNone/>
              <a:defRPr sz="1800"/>
            </a:lvl7pPr>
            <a:lvl8pPr marL="2902180" indent="0">
              <a:buNone/>
              <a:defRPr sz="1800"/>
            </a:lvl8pPr>
            <a:lvl9pPr marL="3316777" indent="0">
              <a:buNone/>
              <a:defRPr sz="1800"/>
            </a:lvl9pPr>
          </a:lstStyle>
          <a:p>
            <a:pPr lvl="0"/>
            <a:r>
              <a:rPr lang="x-none" noProof="0"/>
              <a:t>Drag picture to placeholder or click icon to add</a:t>
            </a:r>
            <a:endParaRPr lang="pt-PT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804" y="5367444"/>
            <a:ext cx="5486400" cy="805044"/>
          </a:xfrm>
        </p:spPr>
        <p:txBody>
          <a:bodyPr/>
          <a:lstStyle>
            <a:lvl1pPr marL="0" indent="0">
              <a:buNone/>
              <a:defRPr sz="1300"/>
            </a:lvl1pPr>
            <a:lvl2pPr marL="414597" indent="0">
              <a:buNone/>
              <a:defRPr sz="1100"/>
            </a:lvl2pPr>
            <a:lvl3pPr marL="829194" indent="0">
              <a:buNone/>
              <a:defRPr sz="900"/>
            </a:lvl3pPr>
            <a:lvl4pPr marL="1243791" indent="0">
              <a:buNone/>
              <a:defRPr sz="800"/>
            </a:lvl4pPr>
            <a:lvl5pPr marL="1658388" indent="0">
              <a:buNone/>
              <a:defRPr sz="800"/>
            </a:lvl5pPr>
            <a:lvl6pPr marL="2072986" indent="0">
              <a:buNone/>
              <a:defRPr sz="800"/>
            </a:lvl6pPr>
            <a:lvl7pPr marL="2487583" indent="0">
              <a:buNone/>
              <a:defRPr sz="800"/>
            </a:lvl7pPr>
            <a:lvl8pPr marL="2902180" indent="0">
              <a:buNone/>
              <a:defRPr sz="800"/>
            </a:lvl8pPr>
            <a:lvl9pPr marL="3316777" indent="0">
              <a:buNone/>
              <a:defRPr sz="800"/>
            </a:lvl9pPr>
          </a:lstStyle>
          <a:p>
            <a:pPr lvl="0"/>
            <a:r>
              <a:rPr lang="x-none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9578523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/>
              <a:t>Click to edit Master title style</a:t>
            </a:r>
            <a:endParaRPr lang="pt-PT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7510009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6880" y="273629"/>
            <a:ext cx="2056320" cy="5306958"/>
          </a:xfrm>
        </p:spPr>
        <p:txBody>
          <a:bodyPr vert="eaVert"/>
          <a:lstStyle/>
          <a:p>
            <a:r>
              <a:rPr lang="x-none"/>
              <a:t>Click to edit Master title style</a:t>
            </a:r>
            <a:endParaRPr lang="pt-PT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6481" y="273629"/>
            <a:ext cx="6032160" cy="5306958"/>
          </a:xfrm>
        </p:spPr>
        <p:txBody>
          <a:bodyPr vert="eaVert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9998221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6481" y="273629"/>
            <a:ext cx="8226720" cy="1143480"/>
          </a:xfrm>
        </p:spPr>
        <p:txBody>
          <a:bodyPr/>
          <a:lstStyle/>
          <a:p>
            <a:r>
              <a:rPr lang="x-none"/>
              <a:t>Click to edit Master title style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49058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>
            <a:extLst>
              <a:ext uri="{FF2B5EF4-FFF2-40B4-BE49-F238E27FC236}">
                <a16:creationId xmlns:a16="http://schemas.microsoft.com/office/drawing/2014/main" id="{9EEE02C1-38B5-6AD4-1E17-F163ADB999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86525"/>
            <a:ext cx="9144000" cy="280988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 wrap="none" lIns="82945" tIns="41473" rIns="82945" bIns="41473" anchor="ctr"/>
          <a:lstStyle>
            <a:lvl1pPr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endParaRPr lang="pt-PT" altLang="pt-BR"/>
          </a:p>
        </p:txBody>
      </p:sp>
      <p:sp>
        <p:nvSpPr>
          <p:cNvPr id="1027" name="Rectangle 2">
            <a:extLst>
              <a:ext uri="{FF2B5EF4-FFF2-40B4-BE49-F238E27FC236}">
                <a16:creationId xmlns:a16="http://schemas.microsoft.com/office/drawing/2014/main" id="{50825FAC-711B-2E7D-91A1-67FF1C10AD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79388" y="115888"/>
            <a:ext cx="7993062" cy="1144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pt-BR"/>
              <a:t>Click to edit the title text format</a:t>
            </a:r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id="{3A14B607-2E1F-FE2A-C742-EC6173285B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412875"/>
            <a:ext cx="8856662" cy="496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Click to edit Master text styles</a:t>
            </a:r>
          </a:p>
          <a:p>
            <a:pPr lvl="1"/>
            <a:r>
              <a:rPr lang="pt-BR" altLang="pt-BR"/>
              <a:t>Second level</a:t>
            </a:r>
          </a:p>
          <a:p>
            <a:pPr lvl="2"/>
            <a:r>
              <a:rPr lang="pt-BR" altLang="pt-BR"/>
              <a:t>Third level</a:t>
            </a:r>
          </a:p>
          <a:p>
            <a:pPr lvl="3"/>
            <a:r>
              <a:rPr lang="pt-BR" altLang="pt-BR"/>
              <a:t>Fourth level</a:t>
            </a:r>
          </a:p>
          <a:p>
            <a:pPr lvl="4"/>
            <a:r>
              <a:rPr lang="pt-BR" altLang="pt-BR"/>
              <a:t>Fifth level</a:t>
            </a:r>
            <a:endParaRPr lang="pt-PT" altLang="pt-BR"/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186868A6-28CC-7C5B-E447-AB9ECC5419B9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7713663" y="6527800"/>
            <a:ext cx="971550" cy="16668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>
              <a:lnSpc>
                <a:spcPct val="92000"/>
              </a:lnSpc>
              <a:tabLst>
                <a:tab pos="414338" algn="l"/>
                <a:tab pos="828675" algn="l"/>
              </a:tabLst>
              <a:defRPr sz="1300">
                <a:solidFill>
                  <a:srgbClr val="FFFFFF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687CDB09-0E85-4972-8FAC-DC81DCD23BA0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  <p:sp>
        <p:nvSpPr>
          <p:cNvPr id="1030" name="Text Box 6">
            <a:extLst>
              <a:ext uri="{FF2B5EF4-FFF2-40B4-BE49-F238E27FC236}">
                <a16:creationId xmlns:a16="http://schemas.microsoft.com/office/drawing/2014/main" id="{E099E2CF-FE14-029A-D123-48DA6A45D9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527800"/>
            <a:ext cx="7132638" cy="166688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12903" rIns="0" bIns="0" anchor="ctr"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1pPr>
            <a:lvl2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2pPr>
            <a:lvl3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3pPr>
            <a:lvl4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4pPr>
            <a:lvl5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9pPr>
          </a:lstStyle>
          <a:p>
            <a:pPr>
              <a:lnSpc>
                <a:spcPct val="92000"/>
              </a:lnSpc>
              <a:defRPr/>
            </a:pPr>
            <a:endParaRPr lang="en-US" sz="1300">
              <a:solidFill>
                <a:srgbClr val="FFFFFF"/>
              </a:solidFill>
              <a:latin typeface="Times New Roman" charset="0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F946406E-EF7C-8207-B360-FA88045DB8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6499225"/>
            <a:ext cx="5356225" cy="230188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 anchor="ctr"/>
          <a:lstStyle>
            <a:lvl1pPr defTabSz="457200">
              <a:tabLst>
                <a:tab pos="457200" algn="l"/>
                <a:tab pos="914400" algn="l"/>
              </a:tabLs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defTabSz="457200">
              <a:tabLst>
                <a:tab pos="457200" algn="l"/>
                <a:tab pos="914400" algn="l"/>
              </a:tabLs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 defTabSz="457200">
              <a:tabLst>
                <a:tab pos="457200" algn="l"/>
                <a:tab pos="914400" algn="l"/>
              </a:tabLs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 defTabSz="457200">
              <a:tabLst>
                <a:tab pos="457200" algn="l"/>
                <a:tab pos="914400" algn="l"/>
              </a:tabLs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 defTabSz="457200">
              <a:tabLst>
                <a:tab pos="457200" algn="l"/>
                <a:tab pos="914400" algn="l"/>
              </a:tabLs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</a:tabLs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</a:tabLs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</a:tabLs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</a:tabLs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92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altLang="pt-BR" sz="1400" dirty="0">
                <a:solidFill>
                  <a:srgbClr val="FFFFFF"/>
                </a:solidFill>
                <a:latin typeface="Times New Roman" panose="02020603050405020304" pitchFamily="18" charset="0"/>
              </a:rPr>
              <a:t>IFBA  – João Guedes de Brito </a:t>
            </a:r>
            <a:r>
              <a:rPr lang="mr-IN" altLang="pt-BR" sz="1400" dirty="0">
                <a:solidFill>
                  <a:srgbClr val="FFFFFF"/>
                </a:solidFill>
                <a:latin typeface="Times New Roman" panose="02020603050405020304" pitchFamily="18" charset="0"/>
              </a:rPr>
              <a:t>–</a:t>
            </a:r>
            <a:r>
              <a:rPr lang="en-US" altLang="pt-BR" sz="1400" dirty="0">
                <a:solidFill>
                  <a:srgbClr val="FFFFFF"/>
                </a:solidFill>
                <a:latin typeface="Times New Roman" panose="02020603050405020304" pitchFamily="18" charset="0"/>
              </a:rPr>
              <a:t> joaoguedesdebrito@gmail.com</a:t>
            </a:r>
          </a:p>
        </p:txBody>
      </p:sp>
      <p:pic>
        <p:nvPicPr>
          <p:cNvPr id="1032" name="Picture 1">
            <a:extLst>
              <a:ext uri="{FF2B5EF4-FFF2-40B4-BE49-F238E27FC236}">
                <a16:creationId xmlns:a16="http://schemas.microsoft.com/office/drawing/2014/main" id="{EE19AE9B-8A22-34A8-FB6E-46484485B898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3888" y="188913"/>
            <a:ext cx="822325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633" r:id="rId1"/>
    <p:sldLayoutId id="2147485587" r:id="rId2"/>
    <p:sldLayoutId id="2147485588" r:id="rId3"/>
    <p:sldLayoutId id="2147485589" r:id="rId4"/>
    <p:sldLayoutId id="2147485590" r:id="rId5"/>
    <p:sldLayoutId id="2147485591" r:id="rId6"/>
    <p:sldLayoutId id="2147485592" r:id="rId7"/>
    <p:sldLayoutId id="2147485593" r:id="rId8"/>
    <p:sldLayoutId id="2147485594" r:id="rId9"/>
    <p:sldLayoutId id="2147485595" r:id="rId10"/>
    <p:sldLayoutId id="2147485596" r:id="rId11"/>
    <p:sldLayoutId id="2147485634" r:id="rId12"/>
    <p:sldLayoutId id="2147485597" r:id="rId13"/>
    <p:sldLayoutId id="2147485598" r:id="rId14"/>
  </p:sldLayoutIdLst>
  <p:hf hdr="0" ftr="0" dt="0"/>
  <p:txStyles>
    <p:titleStyle>
      <a:lvl1pPr algn="l" defTabSz="414338" rtl="0" eaLnBrk="0" fontAlgn="base" hangingPunct="0">
        <a:lnSpc>
          <a:spcPct val="111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>
          <a:solidFill>
            <a:srgbClr val="000000"/>
          </a:solidFill>
          <a:latin typeface="+mj-lt"/>
          <a:ea typeface="MS PGothic" panose="020B0600070205080204" pitchFamily="34" charset="-128"/>
          <a:cs typeface="+mj-cs"/>
        </a:defRPr>
      </a:lvl1pPr>
      <a:lvl2pPr algn="l" defTabSz="414338" rtl="0" eaLnBrk="0" fontAlgn="base" hangingPunct="0">
        <a:lnSpc>
          <a:spcPct val="111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>
          <a:solidFill>
            <a:srgbClr val="000000"/>
          </a:solidFill>
          <a:latin typeface="Oswald Regular" charset="0"/>
          <a:ea typeface="MS PGothic" panose="020B0600070205080204" pitchFamily="34" charset="-128"/>
          <a:cs typeface="DejaVu Sans" charset="0"/>
        </a:defRPr>
      </a:lvl2pPr>
      <a:lvl3pPr algn="l" defTabSz="414338" rtl="0" eaLnBrk="0" fontAlgn="base" hangingPunct="0">
        <a:lnSpc>
          <a:spcPct val="111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>
          <a:solidFill>
            <a:srgbClr val="000000"/>
          </a:solidFill>
          <a:latin typeface="Oswald Regular" charset="0"/>
          <a:ea typeface="MS PGothic" panose="020B0600070205080204" pitchFamily="34" charset="-128"/>
          <a:cs typeface="DejaVu Sans" charset="0"/>
        </a:defRPr>
      </a:lvl3pPr>
      <a:lvl4pPr algn="l" defTabSz="414338" rtl="0" eaLnBrk="0" fontAlgn="base" hangingPunct="0">
        <a:lnSpc>
          <a:spcPct val="111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>
          <a:solidFill>
            <a:srgbClr val="000000"/>
          </a:solidFill>
          <a:latin typeface="Oswald Regular" charset="0"/>
          <a:ea typeface="MS PGothic" panose="020B0600070205080204" pitchFamily="34" charset="-128"/>
          <a:cs typeface="DejaVu Sans" charset="0"/>
        </a:defRPr>
      </a:lvl4pPr>
      <a:lvl5pPr algn="l" defTabSz="414338" rtl="0" eaLnBrk="0" fontAlgn="base" hangingPunct="0">
        <a:lnSpc>
          <a:spcPct val="111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>
          <a:solidFill>
            <a:srgbClr val="000000"/>
          </a:solidFill>
          <a:latin typeface="Oswald Regular" charset="0"/>
          <a:ea typeface="MS PGothic" panose="020B0600070205080204" pitchFamily="34" charset="-128"/>
          <a:cs typeface="DejaVu Sans" charset="0"/>
        </a:defRPr>
      </a:lvl5pPr>
      <a:lvl6pPr marL="2280994" indent="-207363" algn="l" defTabSz="414726" rtl="0" eaLnBrk="1" fontAlgn="base" hangingPunct="1">
        <a:lnSpc>
          <a:spcPct val="111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4000">
          <a:solidFill>
            <a:srgbClr val="000000"/>
          </a:solidFill>
          <a:latin typeface="Oswald Regular" charset="0"/>
          <a:ea typeface="ＭＳ Ｐゴシック" charset="0"/>
          <a:cs typeface="DejaVu Sans" charset="0"/>
        </a:defRPr>
      </a:lvl6pPr>
      <a:lvl7pPr marL="2695720" indent="-207363" algn="l" defTabSz="414726" rtl="0" eaLnBrk="1" fontAlgn="base" hangingPunct="1">
        <a:lnSpc>
          <a:spcPct val="111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4000">
          <a:solidFill>
            <a:srgbClr val="000000"/>
          </a:solidFill>
          <a:latin typeface="Oswald Regular" charset="0"/>
          <a:ea typeface="ＭＳ Ｐゴシック" charset="0"/>
          <a:cs typeface="DejaVu Sans" charset="0"/>
        </a:defRPr>
      </a:lvl7pPr>
      <a:lvl8pPr marL="3110446" indent="-207363" algn="l" defTabSz="414726" rtl="0" eaLnBrk="1" fontAlgn="base" hangingPunct="1">
        <a:lnSpc>
          <a:spcPct val="111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4000">
          <a:solidFill>
            <a:srgbClr val="000000"/>
          </a:solidFill>
          <a:latin typeface="Oswald Regular" charset="0"/>
          <a:ea typeface="ＭＳ Ｐゴシック" charset="0"/>
          <a:cs typeface="DejaVu Sans" charset="0"/>
        </a:defRPr>
      </a:lvl8pPr>
      <a:lvl9pPr marL="3525172" indent="-207363" algn="l" defTabSz="414726" rtl="0" eaLnBrk="1" fontAlgn="base" hangingPunct="1">
        <a:lnSpc>
          <a:spcPct val="111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4000">
          <a:solidFill>
            <a:srgbClr val="000000"/>
          </a:solidFill>
          <a:latin typeface="Oswald Regular" charset="0"/>
          <a:ea typeface="ＭＳ Ｐゴシック" charset="0"/>
          <a:cs typeface="DejaVu Sans" charset="0"/>
        </a:defRPr>
      </a:lvl9pPr>
    </p:titleStyle>
    <p:bodyStyle>
      <a:lvl1pPr marL="414338" indent="-414338" algn="l" defTabSz="414338" rtl="0" eaLnBrk="0" fontAlgn="base" hangingPunct="0">
        <a:lnSpc>
          <a:spcPct val="111000"/>
        </a:lnSpc>
        <a:spcBef>
          <a:spcPts val="1288"/>
        </a:spcBef>
        <a:spcAft>
          <a:spcPct val="0"/>
        </a:spcAft>
        <a:buClr>
          <a:srgbClr val="000000"/>
        </a:buClr>
        <a:buSzPct val="100000"/>
        <a:buFont typeface="Arial" panose="020B0604020202020204" pitchFamily="34" charset="0"/>
        <a:buChar char="•"/>
        <a:defRPr sz="2900">
          <a:solidFill>
            <a:srgbClr val="000000"/>
          </a:solidFill>
          <a:latin typeface="+mn-lt"/>
          <a:ea typeface="MS PGothic" panose="020B0600070205080204" pitchFamily="34" charset="-128"/>
          <a:cs typeface="+mn-cs"/>
        </a:defRPr>
      </a:lvl1pPr>
      <a:lvl2pPr marL="782638" indent="-293688" algn="l" defTabSz="414338" rtl="0" eaLnBrk="0" fontAlgn="base" hangingPunct="0">
        <a:lnSpc>
          <a:spcPct val="111000"/>
        </a:lnSpc>
        <a:spcBef>
          <a:spcPts val="1038"/>
        </a:spcBef>
        <a:spcAft>
          <a:spcPct val="0"/>
        </a:spcAft>
        <a:buClr>
          <a:srgbClr val="000000"/>
        </a:buClr>
        <a:buSzPct val="75000"/>
        <a:buFont typeface="Symbol" panose="05050102010706020507" pitchFamily="18" charset="2"/>
        <a:buChar char=""/>
        <a:tabLst>
          <a:tab pos="414338" algn="l"/>
          <a:tab pos="828675" algn="l"/>
          <a:tab pos="1243013" algn="l"/>
          <a:tab pos="1657350" algn="l"/>
          <a:tab pos="2073275" algn="l"/>
          <a:tab pos="2487613" algn="l"/>
          <a:tab pos="2901950" algn="l"/>
          <a:tab pos="3316288" algn="l"/>
          <a:tab pos="3732213" algn="l"/>
          <a:tab pos="4146550" algn="l"/>
          <a:tab pos="4560888" algn="l"/>
          <a:tab pos="4975225" algn="l"/>
          <a:tab pos="5391150" algn="l"/>
          <a:tab pos="5805488" algn="l"/>
          <a:tab pos="6219825" algn="l"/>
          <a:tab pos="6634163" algn="l"/>
          <a:tab pos="7050088" algn="l"/>
          <a:tab pos="7464425" algn="l"/>
          <a:tab pos="7878763" algn="l"/>
        </a:tabLst>
        <a:defRPr sz="2500">
          <a:solidFill>
            <a:srgbClr val="000000"/>
          </a:solidFill>
          <a:latin typeface="+mn-lt"/>
          <a:ea typeface="MS PGothic" panose="020B0600070205080204" pitchFamily="34" charset="-128"/>
          <a:cs typeface="+mn-cs"/>
        </a:defRPr>
      </a:lvl2pPr>
      <a:lvl3pPr marL="1122363" indent="-293688" algn="l" defTabSz="414338" rtl="0" eaLnBrk="0" fontAlgn="base" hangingPunct="0">
        <a:lnSpc>
          <a:spcPct val="111000"/>
        </a:lnSpc>
        <a:spcBef>
          <a:spcPts val="1038"/>
        </a:spcBef>
        <a:spcAft>
          <a:spcPct val="0"/>
        </a:spcAft>
        <a:buClr>
          <a:srgbClr val="000000"/>
        </a:buClr>
        <a:buSzPct val="75000"/>
        <a:buFont typeface="Symbol" panose="05050102010706020507" pitchFamily="18" charset="2"/>
        <a:buChar char=""/>
        <a:tabLst>
          <a:tab pos="414338" algn="l"/>
          <a:tab pos="828675" algn="l"/>
          <a:tab pos="1243013" algn="l"/>
          <a:tab pos="1657350" algn="l"/>
          <a:tab pos="2073275" algn="l"/>
          <a:tab pos="2487613" algn="l"/>
          <a:tab pos="2901950" algn="l"/>
          <a:tab pos="3316288" algn="l"/>
          <a:tab pos="3732213" algn="l"/>
          <a:tab pos="4146550" algn="l"/>
          <a:tab pos="4560888" algn="l"/>
          <a:tab pos="4975225" algn="l"/>
          <a:tab pos="5391150" algn="l"/>
          <a:tab pos="5805488" algn="l"/>
          <a:tab pos="6219825" algn="l"/>
          <a:tab pos="6634163" algn="l"/>
          <a:tab pos="7050088" algn="l"/>
          <a:tab pos="7464425" algn="l"/>
          <a:tab pos="7878763" algn="l"/>
        </a:tabLst>
        <a:defRPr sz="2200">
          <a:solidFill>
            <a:srgbClr val="000000"/>
          </a:solidFill>
          <a:latin typeface="+mn-lt"/>
          <a:ea typeface="MS PGothic" panose="020B0600070205080204" pitchFamily="34" charset="-128"/>
          <a:cs typeface="+mn-cs"/>
        </a:defRPr>
      </a:lvl3pPr>
      <a:lvl4pPr marL="1536700" indent="-293688" algn="l" defTabSz="414338" rtl="0" eaLnBrk="0" fontAlgn="base" hangingPunct="0">
        <a:lnSpc>
          <a:spcPct val="111000"/>
        </a:lnSpc>
        <a:spcBef>
          <a:spcPts val="1038"/>
        </a:spcBef>
        <a:spcAft>
          <a:spcPct val="0"/>
        </a:spcAft>
        <a:buClr>
          <a:srgbClr val="000000"/>
        </a:buClr>
        <a:buSzPct val="75000"/>
        <a:buFont typeface="Symbol" panose="05050102010706020507" pitchFamily="18" charset="2"/>
        <a:buChar char=""/>
        <a:tabLst>
          <a:tab pos="414338" algn="l"/>
          <a:tab pos="828675" algn="l"/>
          <a:tab pos="1243013" algn="l"/>
          <a:tab pos="1657350" algn="l"/>
          <a:tab pos="2073275" algn="l"/>
          <a:tab pos="2487613" algn="l"/>
          <a:tab pos="2901950" algn="l"/>
          <a:tab pos="3316288" algn="l"/>
          <a:tab pos="3732213" algn="l"/>
          <a:tab pos="4146550" algn="l"/>
          <a:tab pos="4560888" algn="l"/>
          <a:tab pos="4975225" algn="l"/>
          <a:tab pos="5391150" algn="l"/>
          <a:tab pos="5805488" algn="l"/>
          <a:tab pos="6219825" algn="l"/>
          <a:tab pos="6634163" algn="l"/>
          <a:tab pos="7050088" algn="l"/>
          <a:tab pos="7464425" algn="l"/>
          <a:tab pos="7878763" algn="l"/>
        </a:tabLst>
        <a:defRPr>
          <a:solidFill>
            <a:srgbClr val="000000"/>
          </a:solidFill>
          <a:latin typeface="+mn-lt"/>
          <a:ea typeface="MS PGothic" panose="020B0600070205080204" pitchFamily="34" charset="-128"/>
          <a:cs typeface="+mn-cs"/>
        </a:defRPr>
      </a:lvl4pPr>
      <a:lvl5pPr marL="1968500" indent="-309563" algn="l" defTabSz="414338" rtl="0" eaLnBrk="0" fontAlgn="base" hangingPunct="0">
        <a:lnSpc>
          <a:spcPct val="111000"/>
        </a:lnSpc>
        <a:spcBef>
          <a:spcPts val="263"/>
        </a:spcBef>
        <a:spcAft>
          <a:spcPct val="0"/>
        </a:spcAft>
        <a:buClr>
          <a:srgbClr val="000000"/>
        </a:buClr>
        <a:buSzPct val="100000"/>
        <a:buFont typeface="Arial" panose="020B0604020202020204" pitchFamily="34" charset="0"/>
        <a:buChar char="•"/>
        <a:defRPr>
          <a:solidFill>
            <a:srgbClr val="000000"/>
          </a:solidFill>
          <a:latin typeface="+mn-lt"/>
          <a:ea typeface="MS PGothic" panose="020B0600070205080204" pitchFamily="34" charset="-128"/>
          <a:cs typeface="+mn-cs"/>
        </a:defRPr>
      </a:lvl5pPr>
      <a:lvl6pPr marL="2280994" indent="-207363" algn="l" defTabSz="414726" rtl="0" eaLnBrk="1" fontAlgn="base" hangingPunct="1">
        <a:lnSpc>
          <a:spcPct val="111000"/>
        </a:lnSpc>
        <a:spcBef>
          <a:spcPts val="261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1800">
          <a:solidFill>
            <a:srgbClr val="000000"/>
          </a:solidFill>
          <a:latin typeface="+mn-lt"/>
          <a:ea typeface="+mn-ea"/>
          <a:cs typeface="+mn-cs"/>
        </a:defRPr>
      </a:lvl6pPr>
      <a:lvl7pPr marL="2695720" indent="-207363" algn="l" defTabSz="414726" rtl="0" eaLnBrk="1" fontAlgn="base" hangingPunct="1">
        <a:lnSpc>
          <a:spcPct val="111000"/>
        </a:lnSpc>
        <a:spcBef>
          <a:spcPts val="261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1800">
          <a:solidFill>
            <a:srgbClr val="000000"/>
          </a:solidFill>
          <a:latin typeface="+mn-lt"/>
          <a:ea typeface="+mn-ea"/>
          <a:cs typeface="+mn-cs"/>
        </a:defRPr>
      </a:lvl7pPr>
      <a:lvl8pPr marL="3110446" indent="-207363" algn="l" defTabSz="414726" rtl="0" eaLnBrk="1" fontAlgn="base" hangingPunct="1">
        <a:lnSpc>
          <a:spcPct val="111000"/>
        </a:lnSpc>
        <a:spcBef>
          <a:spcPts val="261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1800">
          <a:solidFill>
            <a:srgbClr val="000000"/>
          </a:solidFill>
          <a:latin typeface="+mn-lt"/>
          <a:ea typeface="+mn-ea"/>
          <a:cs typeface="+mn-cs"/>
        </a:defRPr>
      </a:lvl8pPr>
      <a:lvl9pPr marL="3525172" indent="-207363" algn="l" defTabSz="414726" rtl="0" eaLnBrk="1" fontAlgn="base" hangingPunct="1">
        <a:lnSpc>
          <a:spcPct val="111000"/>
        </a:lnSpc>
        <a:spcBef>
          <a:spcPts val="261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18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4726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14726" algn="l" defTabSz="414726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29452" algn="l" defTabSz="414726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44178" algn="l" defTabSz="414726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58904" algn="l" defTabSz="414726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73631" algn="l" defTabSz="414726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88357" algn="l" defTabSz="414726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903083" algn="l" defTabSz="414726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317809" algn="l" defTabSz="414726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Espaço Reservado para Título 1">
            <a:extLst>
              <a:ext uri="{FF2B5EF4-FFF2-40B4-BE49-F238E27FC236}">
                <a16:creationId xmlns:a16="http://schemas.microsoft.com/office/drawing/2014/main" id="{542B066D-51C1-F6F0-C14E-91DED04987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título Mestre</a:t>
            </a:r>
          </a:p>
        </p:txBody>
      </p:sp>
      <p:sp>
        <p:nvSpPr>
          <p:cNvPr id="2051" name="Espaço Reservado para Texto 2">
            <a:extLst>
              <a:ext uri="{FF2B5EF4-FFF2-40B4-BE49-F238E27FC236}">
                <a16:creationId xmlns:a16="http://schemas.microsoft.com/office/drawing/2014/main" id="{86B62074-90E9-61CF-8FAE-0A42901218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de texto Mestres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D4A90E-B809-80A8-8FA5-8E854AAC97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B9229050-1D75-4337-9F98-D51D17B0B3B7}" type="datetimeFigureOut">
              <a:rPr lang="pt-BR"/>
              <a:pPr>
                <a:defRPr/>
              </a:pPr>
              <a:t>07/04/2026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34FF9DA-6199-3753-6EAC-DBFE1BA43C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641F6B2-23B2-7AD1-8F21-E1C3FE8C60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9A5EAF20-816E-42E3-82A1-B00F5444F33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599" r:id="rId1"/>
    <p:sldLayoutId id="2147485600" r:id="rId2"/>
    <p:sldLayoutId id="2147485601" r:id="rId3"/>
    <p:sldLayoutId id="2147485602" r:id="rId4"/>
    <p:sldLayoutId id="2147485603" r:id="rId5"/>
    <p:sldLayoutId id="2147485604" r:id="rId6"/>
    <p:sldLayoutId id="2147485605" r:id="rId7"/>
    <p:sldLayoutId id="2147485606" r:id="rId8"/>
    <p:sldLayoutId id="2147485607" r:id="rId9"/>
    <p:sldLayoutId id="2147485608" r:id="rId10"/>
    <p:sldLayoutId id="2147485609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panose="020B000402020202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panose="020B000402020202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panose="020B000402020202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panose="020B000402020202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panose="020B000402020202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panose="020B000402020202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panose="020B000402020202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panose="020B000402020202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">
            <a:extLst>
              <a:ext uri="{FF2B5EF4-FFF2-40B4-BE49-F238E27FC236}">
                <a16:creationId xmlns:a16="http://schemas.microsoft.com/office/drawing/2014/main" id="{9200DE76-B0A3-FAB7-54D3-1D1A88DCF9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3050"/>
            <a:ext cx="8226425" cy="1144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pt-BR"/>
              <a:t>Click to edit the title text format</a:t>
            </a:r>
          </a:p>
        </p:txBody>
      </p:sp>
      <p:sp>
        <p:nvSpPr>
          <p:cNvPr id="3075" name="Rectangle 2">
            <a:extLst>
              <a:ext uri="{FF2B5EF4-FFF2-40B4-BE49-F238E27FC236}">
                <a16:creationId xmlns:a16="http://schemas.microsoft.com/office/drawing/2014/main" id="{AF6ABC05-67FE-851B-0154-0213E51F16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4963"/>
            <a:ext cx="8226425" cy="397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25802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pt-BR"/>
              <a:t>Click to edit the outline text format</a:t>
            </a:r>
          </a:p>
          <a:p>
            <a:pPr lvl="1"/>
            <a:r>
              <a:rPr lang="en-GB" altLang="pt-BR"/>
              <a:t>Second Outline Level</a:t>
            </a:r>
          </a:p>
          <a:p>
            <a:pPr lvl="2"/>
            <a:r>
              <a:rPr lang="en-GB" altLang="pt-BR"/>
              <a:t>Third Outline Level</a:t>
            </a:r>
          </a:p>
          <a:p>
            <a:pPr lvl="3"/>
            <a:r>
              <a:rPr lang="en-GB" altLang="pt-BR"/>
              <a:t>Fourth Outline Level</a:t>
            </a:r>
          </a:p>
          <a:p>
            <a:pPr lvl="4"/>
            <a:r>
              <a:rPr lang="en-GB" altLang="pt-BR"/>
              <a:t>Fifth Outline Level</a:t>
            </a:r>
          </a:p>
          <a:p>
            <a:pPr lvl="4"/>
            <a:r>
              <a:rPr lang="en-GB" altLang="pt-BR"/>
              <a:t>Sixth Outline Level</a:t>
            </a:r>
          </a:p>
          <a:p>
            <a:pPr lvl="4"/>
            <a:r>
              <a:rPr lang="en-GB" altLang="pt-BR"/>
              <a:t>Seventh Outline Level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04330224-37F2-6993-DA4A-42CD75CD5836}"/>
              </a:ext>
            </a:extLst>
          </p:cNvPr>
          <p:cNvSpPr>
            <a:spLocks noGrp="1" noChangeArrowheads="1"/>
          </p:cNvSpPr>
          <p:nvPr>
            <p:ph type="dt"/>
          </p:nvPr>
        </p:nvSpPr>
        <p:spPr bwMode="auto">
          <a:xfrm>
            <a:off x="457200" y="6246813"/>
            <a:ext cx="2127250" cy="47148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92000"/>
              </a:lnSpc>
              <a:tabLst>
                <a:tab pos="414683" algn="l"/>
                <a:tab pos="829366" algn="l"/>
                <a:tab pos="1244049" algn="l"/>
                <a:tab pos="1658732" algn="l"/>
                <a:tab pos="2073416" algn="l"/>
              </a:tabLst>
              <a:defRPr sz="1300">
                <a:solidFill>
                  <a:srgbClr val="000000"/>
                </a:solidFill>
                <a:latin typeface="Times New Roman" charset="0"/>
                <a:ea typeface="ＭＳ Ｐゴシック" charset="0"/>
                <a:cs typeface="DejaVu Sans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94715055-84ED-69E6-E9CD-64B252D2D4BD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 bwMode="auto">
          <a:xfrm>
            <a:off x="3127375" y="6246813"/>
            <a:ext cx="2897188" cy="47148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ctr">
              <a:lnSpc>
                <a:spcPct val="92000"/>
              </a:lnSpc>
              <a:tabLst>
                <a:tab pos="414683" algn="l"/>
                <a:tab pos="829366" algn="l"/>
                <a:tab pos="1244049" algn="l"/>
                <a:tab pos="1658732" algn="l"/>
                <a:tab pos="2073416" algn="l"/>
                <a:tab pos="2488099" algn="l"/>
              </a:tabLst>
              <a:defRPr sz="1300">
                <a:solidFill>
                  <a:srgbClr val="000000"/>
                </a:solidFill>
                <a:latin typeface="Times New Roman" charset="0"/>
                <a:ea typeface="ＭＳ Ｐゴシック" charset="0"/>
                <a:cs typeface="DejaVu Sans" charset="0"/>
              </a:defRPr>
            </a:lvl1pPr>
          </a:lstStyle>
          <a:p>
            <a:pPr>
              <a:defRPr/>
            </a:pPr>
            <a:r>
              <a:rPr lang="en-US"/>
              <a:t>IFBA - &lt;&gt;</a:t>
            </a:r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972EA6CD-C686-07C9-B527-18EB2AC7B1B4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6556375" y="6246813"/>
            <a:ext cx="2128838" cy="47148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92000"/>
              </a:lnSpc>
              <a:tabLst>
                <a:tab pos="414338" algn="l"/>
                <a:tab pos="828675" algn="l"/>
                <a:tab pos="1243013" algn="l"/>
                <a:tab pos="1657350" algn="l"/>
                <a:tab pos="2073275" algn="l"/>
              </a:tabLst>
              <a:defRPr sz="13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949DEA35-FEDE-49CA-B4B4-82847F5AAD3C}" type="slidenum">
              <a:rPr lang="en-US" altLang="pt-BR"/>
              <a:pPr>
                <a:defRPr/>
              </a:pPr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610" r:id="rId1"/>
    <p:sldLayoutId id="2147485611" r:id="rId2"/>
    <p:sldLayoutId id="2147485612" r:id="rId3"/>
    <p:sldLayoutId id="2147485613" r:id="rId4"/>
    <p:sldLayoutId id="2147485614" r:id="rId5"/>
    <p:sldLayoutId id="2147485615" r:id="rId6"/>
    <p:sldLayoutId id="2147485616" r:id="rId7"/>
    <p:sldLayoutId id="2147485617" r:id="rId8"/>
    <p:sldLayoutId id="2147485618" r:id="rId9"/>
    <p:sldLayoutId id="2147485619" r:id="rId10"/>
    <p:sldLayoutId id="2147485620" r:id="rId11"/>
  </p:sldLayoutIdLst>
  <p:hf hdr="0" dt="0"/>
  <p:txStyles>
    <p:titleStyle>
      <a:lvl1pPr algn="ctr" defTabSz="414338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>
          <a:solidFill>
            <a:srgbClr val="000000"/>
          </a:solidFill>
          <a:latin typeface="+mj-lt"/>
          <a:ea typeface="MS PGothic" panose="020B0600070205080204" pitchFamily="34" charset="-128"/>
          <a:cs typeface="+mj-cs"/>
        </a:defRPr>
      </a:lvl1pPr>
      <a:lvl2pPr algn="ctr" defTabSz="414338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>
          <a:solidFill>
            <a:srgbClr val="000000"/>
          </a:solidFill>
          <a:latin typeface="Arial" charset="0"/>
          <a:ea typeface="MS PGothic" panose="020B0600070205080204" pitchFamily="34" charset="-128"/>
          <a:cs typeface="DejaVu Sans" charset="0"/>
        </a:defRPr>
      </a:lvl2pPr>
      <a:lvl3pPr algn="ctr" defTabSz="414338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>
          <a:solidFill>
            <a:srgbClr val="000000"/>
          </a:solidFill>
          <a:latin typeface="Arial" charset="0"/>
          <a:ea typeface="MS PGothic" panose="020B0600070205080204" pitchFamily="34" charset="-128"/>
          <a:cs typeface="DejaVu Sans" charset="0"/>
        </a:defRPr>
      </a:lvl3pPr>
      <a:lvl4pPr algn="ctr" defTabSz="414338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>
          <a:solidFill>
            <a:srgbClr val="000000"/>
          </a:solidFill>
          <a:latin typeface="Arial" charset="0"/>
          <a:ea typeface="MS PGothic" panose="020B0600070205080204" pitchFamily="34" charset="-128"/>
          <a:cs typeface="DejaVu Sans" charset="0"/>
        </a:defRPr>
      </a:lvl4pPr>
      <a:lvl5pPr algn="ctr" defTabSz="414338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>
          <a:solidFill>
            <a:srgbClr val="000000"/>
          </a:solidFill>
          <a:latin typeface="Arial" charset="0"/>
          <a:ea typeface="MS PGothic" panose="020B0600070205080204" pitchFamily="34" charset="-128"/>
          <a:cs typeface="DejaVu Sans" charset="0"/>
        </a:defRPr>
      </a:lvl5pPr>
      <a:lvl6pPr marL="2280758" indent="-207341" algn="ctr" defTabSz="414683" rtl="0" eaLnBrk="1" fontAlgn="base" hangingPunct="1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4000">
          <a:solidFill>
            <a:srgbClr val="000000"/>
          </a:solidFill>
          <a:latin typeface="Arial" charset="0"/>
          <a:ea typeface="ＭＳ Ｐゴシック" charset="0"/>
          <a:cs typeface="DejaVu Sans" charset="0"/>
        </a:defRPr>
      </a:lvl6pPr>
      <a:lvl7pPr marL="2695440" indent="-207341" algn="ctr" defTabSz="414683" rtl="0" eaLnBrk="1" fontAlgn="base" hangingPunct="1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4000">
          <a:solidFill>
            <a:srgbClr val="000000"/>
          </a:solidFill>
          <a:latin typeface="Arial" charset="0"/>
          <a:ea typeface="ＭＳ Ｐゴシック" charset="0"/>
          <a:cs typeface="DejaVu Sans" charset="0"/>
        </a:defRPr>
      </a:lvl7pPr>
      <a:lvl8pPr marL="3110124" indent="-207341" algn="ctr" defTabSz="414683" rtl="0" eaLnBrk="1" fontAlgn="base" hangingPunct="1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4000">
          <a:solidFill>
            <a:srgbClr val="000000"/>
          </a:solidFill>
          <a:latin typeface="Arial" charset="0"/>
          <a:ea typeface="ＭＳ Ｐゴシック" charset="0"/>
          <a:cs typeface="DejaVu Sans" charset="0"/>
        </a:defRPr>
      </a:lvl8pPr>
      <a:lvl9pPr marL="3524806" indent="-207341" algn="ctr" defTabSz="414683" rtl="0" eaLnBrk="1" fontAlgn="base" hangingPunct="1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4000">
          <a:solidFill>
            <a:srgbClr val="000000"/>
          </a:solidFill>
          <a:latin typeface="Arial" charset="0"/>
          <a:ea typeface="ＭＳ Ｐゴシック" charset="0"/>
          <a:cs typeface="DejaVu Sans" charset="0"/>
        </a:defRPr>
      </a:lvl9pPr>
    </p:titleStyle>
    <p:bodyStyle>
      <a:lvl1pPr marL="309563" indent="-309563" algn="l" defTabSz="414338" rtl="0" eaLnBrk="0" fontAlgn="base" hangingPunct="0">
        <a:lnSpc>
          <a:spcPct val="93000"/>
        </a:lnSpc>
        <a:spcBef>
          <a:spcPts val="1288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900">
          <a:solidFill>
            <a:srgbClr val="000000"/>
          </a:solidFill>
          <a:latin typeface="+mn-lt"/>
          <a:ea typeface="MS PGothic" panose="020B0600070205080204" pitchFamily="34" charset="-128"/>
          <a:cs typeface="+mn-cs"/>
        </a:defRPr>
      </a:lvl1pPr>
      <a:lvl2pPr marL="673100" indent="-258763" algn="l" defTabSz="414338" rtl="0" eaLnBrk="0" fontAlgn="base" hangingPunct="0">
        <a:lnSpc>
          <a:spcPct val="93000"/>
        </a:lnSpc>
        <a:spcBef>
          <a:spcPts val="1038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500">
          <a:solidFill>
            <a:srgbClr val="000000"/>
          </a:solidFill>
          <a:latin typeface="+mn-lt"/>
          <a:ea typeface="MS PGothic" panose="020B0600070205080204" pitchFamily="34" charset="-128"/>
          <a:cs typeface="+mn-cs"/>
        </a:defRPr>
      </a:lvl2pPr>
      <a:lvl3pPr marL="1036638" indent="-206375" algn="l" defTabSz="414338" rtl="0" eaLnBrk="0" fontAlgn="base" hangingPunct="0">
        <a:lnSpc>
          <a:spcPct val="93000"/>
        </a:lnSpc>
        <a:spcBef>
          <a:spcPts val="775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200">
          <a:solidFill>
            <a:srgbClr val="000000"/>
          </a:solidFill>
          <a:latin typeface="+mn-lt"/>
          <a:ea typeface="MS PGothic" panose="020B0600070205080204" pitchFamily="34" charset="-128"/>
          <a:cs typeface="+mn-cs"/>
        </a:defRPr>
      </a:lvl3pPr>
      <a:lvl4pPr marL="1450975" indent="-206375" algn="l" defTabSz="414338" rtl="0" eaLnBrk="0" fontAlgn="base" hangingPunct="0">
        <a:lnSpc>
          <a:spcPct val="93000"/>
        </a:lnSpc>
        <a:spcBef>
          <a:spcPts val="525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+mn-lt"/>
          <a:ea typeface="MS PGothic" panose="020B0600070205080204" pitchFamily="34" charset="-128"/>
          <a:cs typeface="+mn-cs"/>
        </a:defRPr>
      </a:lvl4pPr>
      <a:lvl5pPr marL="1865313" indent="-206375" algn="l" defTabSz="414338" rtl="0" eaLnBrk="0" fontAlgn="base" hangingPunct="0">
        <a:lnSpc>
          <a:spcPct val="93000"/>
        </a:lnSpc>
        <a:spcBef>
          <a:spcPts val="263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+mn-lt"/>
          <a:ea typeface="MS PGothic" panose="020B0600070205080204" pitchFamily="34" charset="-128"/>
          <a:cs typeface="+mn-cs"/>
        </a:defRPr>
      </a:lvl5pPr>
      <a:lvl6pPr marL="2280758" indent="-207341" algn="l" defTabSz="414683" rtl="0" eaLnBrk="1" fontAlgn="base" hangingPunct="1">
        <a:lnSpc>
          <a:spcPct val="93000"/>
        </a:lnSpc>
        <a:spcBef>
          <a:spcPts val="261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1800">
          <a:solidFill>
            <a:srgbClr val="000000"/>
          </a:solidFill>
          <a:latin typeface="+mn-lt"/>
          <a:ea typeface="+mn-ea"/>
          <a:cs typeface="+mn-cs"/>
        </a:defRPr>
      </a:lvl6pPr>
      <a:lvl7pPr marL="2695440" indent="-207341" algn="l" defTabSz="414683" rtl="0" eaLnBrk="1" fontAlgn="base" hangingPunct="1">
        <a:lnSpc>
          <a:spcPct val="93000"/>
        </a:lnSpc>
        <a:spcBef>
          <a:spcPts val="261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1800">
          <a:solidFill>
            <a:srgbClr val="000000"/>
          </a:solidFill>
          <a:latin typeface="+mn-lt"/>
          <a:ea typeface="+mn-ea"/>
          <a:cs typeface="+mn-cs"/>
        </a:defRPr>
      </a:lvl7pPr>
      <a:lvl8pPr marL="3110124" indent="-207341" algn="l" defTabSz="414683" rtl="0" eaLnBrk="1" fontAlgn="base" hangingPunct="1">
        <a:lnSpc>
          <a:spcPct val="93000"/>
        </a:lnSpc>
        <a:spcBef>
          <a:spcPts val="261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1800">
          <a:solidFill>
            <a:srgbClr val="000000"/>
          </a:solidFill>
          <a:latin typeface="+mn-lt"/>
          <a:ea typeface="+mn-ea"/>
          <a:cs typeface="+mn-cs"/>
        </a:defRPr>
      </a:lvl8pPr>
      <a:lvl9pPr marL="3524806" indent="-207341" algn="l" defTabSz="414683" rtl="0" eaLnBrk="1" fontAlgn="base" hangingPunct="1">
        <a:lnSpc>
          <a:spcPct val="93000"/>
        </a:lnSpc>
        <a:spcBef>
          <a:spcPts val="261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18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4683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14683" algn="l" defTabSz="414683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29366" algn="l" defTabSz="414683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44049" algn="l" defTabSz="414683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58732" algn="l" defTabSz="414683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73416" algn="l" defTabSz="414683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88099" algn="l" defTabSz="414683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902782" algn="l" defTabSz="414683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317465" algn="l" defTabSz="414683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">
            <a:extLst>
              <a:ext uri="{FF2B5EF4-FFF2-40B4-BE49-F238E27FC236}">
                <a16:creationId xmlns:a16="http://schemas.microsoft.com/office/drawing/2014/main" id="{575A7AB2-4E85-84D5-3F6A-64B23D5557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3050"/>
            <a:ext cx="8226425" cy="1144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pt-BR"/>
              <a:t>Click to edit the title text format</a:t>
            </a:r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70153DDD-0400-8B0A-EBA1-F924B5BA74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4963"/>
            <a:ext cx="8226425" cy="397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2580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pt-BR"/>
              <a:t>Click to edit the outline text format</a:t>
            </a:r>
          </a:p>
          <a:p>
            <a:pPr lvl="1"/>
            <a:r>
              <a:rPr lang="en-GB" altLang="pt-BR"/>
              <a:t>Second Outline Level</a:t>
            </a:r>
          </a:p>
          <a:p>
            <a:pPr lvl="2"/>
            <a:r>
              <a:rPr lang="en-GB" altLang="pt-BR"/>
              <a:t>Third Outline Level</a:t>
            </a:r>
          </a:p>
          <a:p>
            <a:pPr lvl="3"/>
            <a:r>
              <a:rPr lang="en-GB" altLang="pt-BR"/>
              <a:t>Fourth Outline Level</a:t>
            </a:r>
          </a:p>
          <a:p>
            <a:pPr lvl="4"/>
            <a:r>
              <a:rPr lang="en-GB" altLang="pt-BR"/>
              <a:t>Fifth Outline Level</a:t>
            </a:r>
          </a:p>
          <a:p>
            <a:pPr lvl="4"/>
            <a:r>
              <a:rPr lang="en-GB" altLang="pt-BR"/>
              <a:t>Sixth Outline Level</a:t>
            </a:r>
          </a:p>
          <a:p>
            <a:pPr lvl="4"/>
            <a:r>
              <a:rPr lang="en-GB" altLang="pt-BR"/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621" r:id="rId1"/>
    <p:sldLayoutId id="2147485622" r:id="rId2"/>
    <p:sldLayoutId id="2147485623" r:id="rId3"/>
    <p:sldLayoutId id="2147485624" r:id="rId4"/>
    <p:sldLayoutId id="2147485625" r:id="rId5"/>
    <p:sldLayoutId id="2147485626" r:id="rId6"/>
    <p:sldLayoutId id="2147485627" r:id="rId7"/>
    <p:sldLayoutId id="2147485628" r:id="rId8"/>
    <p:sldLayoutId id="2147485629" r:id="rId9"/>
    <p:sldLayoutId id="2147485630" r:id="rId10"/>
    <p:sldLayoutId id="2147485631" r:id="rId11"/>
    <p:sldLayoutId id="2147485632" r:id="rId12"/>
  </p:sldLayoutIdLst>
  <p:hf hdr="0" dt="0"/>
  <p:txStyles>
    <p:titleStyle>
      <a:lvl1pPr algn="ctr" defTabSz="414338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>
          <a:solidFill>
            <a:srgbClr val="000000"/>
          </a:solidFill>
          <a:latin typeface="+mj-lt"/>
          <a:ea typeface="MS PGothic" panose="020B0600070205080204" pitchFamily="34" charset="-128"/>
          <a:cs typeface="+mj-cs"/>
        </a:defRPr>
      </a:lvl1pPr>
      <a:lvl2pPr algn="ctr" defTabSz="414338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>
          <a:solidFill>
            <a:srgbClr val="000000"/>
          </a:solidFill>
          <a:latin typeface="Arial" charset="0"/>
          <a:ea typeface="MS PGothic" panose="020B0600070205080204" pitchFamily="34" charset="-128"/>
          <a:cs typeface="DejaVu Sans" charset="0"/>
        </a:defRPr>
      </a:lvl2pPr>
      <a:lvl3pPr algn="ctr" defTabSz="414338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>
          <a:solidFill>
            <a:srgbClr val="000000"/>
          </a:solidFill>
          <a:latin typeface="Arial" charset="0"/>
          <a:ea typeface="MS PGothic" panose="020B0600070205080204" pitchFamily="34" charset="-128"/>
          <a:cs typeface="DejaVu Sans" charset="0"/>
        </a:defRPr>
      </a:lvl3pPr>
      <a:lvl4pPr algn="ctr" defTabSz="414338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>
          <a:solidFill>
            <a:srgbClr val="000000"/>
          </a:solidFill>
          <a:latin typeface="Arial" charset="0"/>
          <a:ea typeface="MS PGothic" panose="020B0600070205080204" pitchFamily="34" charset="-128"/>
          <a:cs typeface="DejaVu Sans" charset="0"/>
        </a:defRPr>
      </a:lvl4pPr>
      <a:lvl5pPr algn="ctr" defTabSz="414338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4000">
          <a:solidFill>
            <a:srgbClr val="000000"/>
          </a:solidFill>
          <a:latin typeface="Arial" charset="0"/>
          <a:ea typeface="MS PGothic" panose="020B0600070205080204" pitchFamily="34" charset="-128"/>
          <a:cs typeface="DejaVu Sans" charset="0"/>
        </a:defRPr>
      </a:lvl5pPr>
      <a:lvl6pPr marL="2280522" indent="-207320" algn="ctr" defTabSz="414640" rtl="0" eaLnBrk="1" fontAlgn="base" hangingPunct="1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4000">
          <a:solidFill>
            <a:srgbClr val="000000"/>
          </a:solidFill>
          <a:latin typeface="Arial" charset="0"/>
          <a:ea typeface="ＭＳ Ｐゴシック" charset="0"/>
          <a:cs typeface="DejaVu Sans" charset="0"/>
        </a:defRPr>
      </a:lvl6pPr>
      <a:lvl7pPr marL="2695161" indent="-207320" algn="ctr" defTabSz="414640" rtl="0" eaLnBrk="1" fontAlgn="base" hangingPunct="1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4000">
          <a:solidFill>
            <a:srgbClr val="000000"/>
          </a:solidFill>
          <a:latin typeface="Arial" charset="0"/>
          <a:ea typeface="ＭＳ Ｐゴシック" charset="0"/>
          <a:cs typeface="DejaVu Sans" charset="0"/>
        </a:defRPr>
      </a:lvl7pPr>
      <a:lvl8pPr marL="3109802" indent="-207320" algn="ctr" defTabSz="414640" rtl="0" eaLnBrk="1" fontAlgn="base" hangingPunct="1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4000">
          <a:solidFill>
            <a:srgbClr val="000000"/>
          </a:solidFill>
          <a:latin typeface="Arial" charset="0"/>
          <a:ea typeface="ＭＳ Ｐゴシック" charset="0"/>
          <a:cs typeface="DejaVu Sans" charset="0"/>
        </a:defRPr>
      </a:lvl8pPr>
      <a:lvl9pPr marL="3524441" indent="-207320" algn="ctr" defTabSz="414640" rtl="0" eaLnBrk="1" fontAlgn="base" hangingPunct="1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4000">
          <a:solidFill>
            <a:srgbClr val="000000"/>
          </a:solidFill>
          <a:latin typeface="Arial" charset="0"/>
          <a:ea typeface="ＭＳ Ｐゴシック" charset="0"/>
          <a:cs typeface="DejaVu Sans" charset="0"/>
        </a:defRPr>
      </a:lvl9pPr>
    </p:titleStyle>
    <p:bodyStyle>
      <a:lvl1pPr marL="309563" indent="-309563" algn="l" defTabSz="414338" rtl="0" eaLnBrk="0" fontAlgn="base" hangingPunct="0">
        <a:lnSpc>
          <a:spcPct val="93000"/>
        </a:lnSpc>
        <a:spcBef>
          <a:spcPts val="1288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900">
          <a:solidFill>
            <a:srgbClr val="000000"/>
          </a:solidFill>
          <a:latin typeface="+mn-lt"/>
          <a:ea typeface="MS PGothic" panose="020B0600070205080204" pitchFamily="34" charset="-128"/>
          <a:cs typeface="+mn-cs"/>
        </a:defRPr>
      </a:lvl1pPr>
      <a:lvl2pPr marL="673100" indent="-258763" algn="l" defTabSz="414338" rtl="0" eaLnBrk="0" fontAlgn="base" hangingPunct="0">
        <a:lnSpc>
          <a:spcPct val="93000"/>
        </a:lnSpc>
        <a:spcBef>
          <a:spcPts val="1038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500">
          <a:solidFill>
            <a:srgbClr val="000000"/>
          </a:solidFill>
          <a:latin typeface="+mn-lt"/>
          <a:ea typeface="MS PGothic" panose="020B0600070205080204" pitchFamily="34" charset="-128"/>
          <a:cs typeface="+mn-cs"/>
        </a:defRPr>
      </a:lvl2pPr>
      <a:lvl3pPr marL="1035050" indent="-206375" algn="l" defTabSz="414338" rtl="0" eaLnBrk="0" fontAlgn="base" hangingPunct="0">
        <a:lnSpc>
          <a:spcPct val="93000"/>
        </a:lnSpc>
        <a:spcBef>
          <a:spcPts val="775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200">
          <a:solidFill>
            <a:srgbClr val="000000"/>
          </a:solidFill>
          <a:latin typeface="+mn-lt"/>
          <a:ea typeface="MS PGothic" panose="020B0600070205080204" pitchFamily="34" charset="-128"/>
          <a:cs typeface="+mn-cs"/>
        </a:defRPr>
      </a:lvl3pPr>
      <a:lvl4pPr marL="1450975" indent="-206375" algn="l" defTabSz="414338" rtl="0" eaLnBrk="0" fontAlgn="base" hangingPunct="0">
        <a:lnSpc>
          <a:spcPct val="93000"/>
        </a:lnSpc>
        <a:spcBef>
          <a:spcPts val="525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+mn-lt"/>
          <a:ea typeface="MS PGothic" panose="020B0600070205080204" pitchFamily="34" charset="-128"/>
          <a:cs typeface="+mn-cs"/>
        </a:defRPr>
      </a:lvl4pPr>
      <a:lvl5pPr marL="1865313" indent="-206375" algn="l" defTabSz="414338" rtl="0" eaLnBrk="0" fontAlgn="base" hangingPunct="0">
        <a:lnSpc>
          <a:spcPct val="93000"/>
        </a:lnSpc>
        <a:spcBef>
          <a:spcPts val="263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+mn-lt"/>
          <a:ea typeface="MS PGothic" panose="020B0600070205080204" pitchFamily="34" charset="-128"/>
          <a:cs typeface="+mn-cs"/>
        </a:defRPr>
      </a:lvl5pPr>
      <a:lvl6pPr marL="2280522" indent="-207320" algn="l" defTabSz="414640" rtl="0" eaLnBrk="1" fontAlgn="base" hangingPunct="1">
        <a:lnSpc>
          <a:spcPct val="93000"/>
        </a:lnSpc>
        <a:spcBef>
          <a:spcPts val="261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1800">
          <a:solidFill>
            <a:srgbClr val="000000"/>
          </a:solidFill>
          <a:latin typeface="+mn-lt"/>
          <a:ea typeface="+mn-ea"/>
          <a:cs typeface="+mn-cs"/>
        </a:defRPr>
      </a:lvl6pPr>
      <a:lvl7pPr marL="2695161" indent="-207320" algn="l" defTabSz="414640" rtl="0" eaLnBrk="1" fontAlgn="base" hangingPunct="1">
        <a:lnSpc>
          <a:spcPct val="93000"/>
        </a:lnSpc>
        <a:spcBef>
          <a:spcPts val="261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1800">
          <a:solidFill>
            <a:srgbClr val="000000"/>
          </a:solidFill>
          <a:latin typeface="+mn-lt"/>
          <a:ea typeface="+mn-ea"/>
          <a:cs typeface="+mn-cs"/>
        </a:defRPr>
      </a:lvl7pPr>
      <a:lvl8pPr marL="3109802" indent="-207320" algn="l" defTabSz="414640" rtl="0" eaLnBrk="1" fontAlgn="base" hangingPunct="1">
        <a:lnSpc>
          <a:spcPct val="93000"/>
        </a:lnSpc>
        <a:spcBef>
          <a:spcPts val="261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1800">
          <a:solidFill>
            <a:srgbClr val="000000"/>
          </a:solidFill>
          <a:latin typeface="+mn-lt"/>
          <a:ea typeface="+mn-ea"/>
          <a:cs typeface="+mn-cs"/>
        </a:defRPr>
      </a:lvl8pPr>
      <a:lvl9pPr marL="3524441" indent="-207320" algn="l" defTabSz="414640" rtl="0" eaLnBrk="1" fontAlgn="base" hangingPunct="1">
        <a:lnSpc>
          <a:spcPct val="93000"/>
        </a:lnSpc>
        <a:spcBef>
          <a:spcPts val="261"/>
        </a:spcBef>
        <a:spcAft>
          <a:spcPct val="0"/>
        </a:spcAft>
        <a:buClr>
          <a:srgbClr val="000000"/>
        </a:buClr>
        <a:buSzPct val="100000"/>
        <a:buFont typeface="Times New Roman" charset="0"/>
        <a:defRPr sz="18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464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14640" algn="l" defTabSz="41464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29280" algn="l" defTabSz="41464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43920" algn="l" defTabSz="41464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58560" algn="l" defTabSz="41464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073201" algn="l" defTabSz="41464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487841" algn="l" defTabSz="41464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902481" algn="l" defTabSz="41464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317121" algn="l" defTabSz="41464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>
            <a:extLst>
              <a:ext uri="{FF2B5EF4-FFF2-40B4-BE49-F238E27FC236}">
                <a16:creationId xmlns:a16="http://schemas.microsoft.com/office/drawing/2014/main" id="{E27AFB83-00BE-FACC-7AA9-BCFE684E50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708275"/>
            <a:ext cx="9070975" cy="127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</a:tabLs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</a:tabLs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</a:tabLs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</a:tabLs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</a:tabLs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</a:tabLs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</a:tabLs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</a:tabLs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</a:tabLs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11000"/>
              </a:lnSpc>
            </a:pPr>
            <a:r>
              <a:rPr lang="pt-BR" altLang="pt-BR" sz="5400">
                <a:solidFill>
                  <a:srgbClr val="000000"/>
                </a:solidFill>
                <a:latin typeface="Oswald Regular" pitchFamily="6" charset="0"/>
              </a:rPr>
              <a:t>Sistema Autônomo de Autenticação Contextual com Blockchain e Inteligência Artificial</a:t>
            </a:r>
          </a:p>
          <a:p>
            <a:pPr algn="ctr">
              <a:lnSpc>
                <a:spcPct val="111000"/>
              </a:lnSpc>
            </a:pPr>
            <a:endParaRPr lang="pt-BR" altLang="pt-BR" sz="5400">
              <a:solidFill>
                <a:srgbClr val="000000"/>
              </a:solidFill>
              <a:latin typeface="Oswald Regular" pitchFamily="6" charset="0"/>
            </a:endParaRPr>
          </a:p>
        </p:txBody>
      </p:sp>
      <p:sp>
        <p:nvSpPr>
          <p:cNvPr id="9219" name="Text Box 3">
            <a:extLst>
              <a:ext uri="{FF2B5EF4-FFF2-40B4-BE49-F238E27FC236}">
                <a16:creationId xmlns:a16="http://schemas.microsoft.com/office/drawing/2014/main" id="{5F5BC327-B972-32C0-3A04-B2253924EA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07950" y="4868863"/>
            <a:ext cx="9070975" cy="1300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</a:tabLs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</a:tabLs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</a:tabLs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</a:tabLs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</a:tabLs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</a:tabLs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</a:tabLs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</a:tabLs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</a:tabLs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lnSpc>
                <a:spcPct val="111000"/>
              </a:lnSpc>
            </a:pPr>
            <a:r>
              <a:rPr lang="pt-BR" altLang="pt-BR" sz="3200">
                <a:solidFill>
                  <a:srgbClr val="000000"/>
                </a:solidFill>
                <a:latin typeface="Titillium Web" panose="00000500000000000000" pitchFamily="2" charset="0"/>
              </a:rPr>
              <a:t>João Guedesde Brito</a:t>
            </a:r>
          </a:p>
          <a:p>
            <a:pPr algn="ctr">
              <a:lnSpc>
                <a:spcPct val="111000"/>
              </a:lnSpc>
            </a:pPr>
            <a:r>
              <a:rPr lang="pt-BR" altLang="pt-BR" sz="2300">
                <a:solidFill>
                  <a:srgbClr val="000000"/>
                </a:solidFill>
                <a:latin typeface="Titillium Web" panose="00000500000000000000" pitchFamily="2" charset="0"/>
              </a:rPr>
              <a:t>Mestrando</a:t>
            </a:r>
          </a:p>
          <a:p>
            <a:pPr algn="ctr">
              <a:lnSpc>
                <a:spcPct val="111000"/>
              </a:lnSpc>
            </a:pPr>
            <a:r>
              <a:rPr lang="pt-BR" altLang="pt-BR" sz="2300">
                <a:solidFill>
                  <a:srgbClr val="000000"/>
                </a:solidFill>
                <a:latin typeface="Titillium Web" panose="00000500000000000000" pitchFamily="2" charset="0"/>
              </a:rPr>
              <a:t>joaoguedesdebrito@gmail.com</a:t>
            </a:r>
          </a:p>
        </p:txBody>
      </p:sp>
      <p:pic>
        <p:nvPicPr>
          <p:cNvPr id="9220" name="Picture 1">
            <a:extLst>
              <a:ext uri="{FF2B5EF4-FFF2-40B4-BE49-F238E27FC236}">
                <a16:creationId xmlns:a16="http://schemas.microsoft.com/office/drawing/2014/main" id="{E191DDB5-AB54-14DE-5C55-81784C12C2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941888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27B22-13EC-4A85-BF4F-B11CAB939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Font typeface="Times New Roman" charset="0"/>
              <a:buNone/>
              <a:defRPr/>
            </a:pPr>
            <a:r>
              <a:rPr lang="pt-PT" dirty="0">
                <a:ea typeface="+mj-ea"/>
              </a:rPr>
              <a:t>Introdução</a:t>
            </a:r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6218867B-96A7-B889-220D-1F5F1A6C80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79388" y="1196975"/>
            <a:ext cx="8856662" cy="4968875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pt-BR" altLang="pt-BR" sz="2700"/>
              <a:t>A crescente digitalização exige novos métodos de autenticação;</a:t>
            </a:r>
          </a:p>
          <a:p>
            <a:pPr algn="just">
              <a:lnSpc>
                <a:spcPct val="150000"/>
              </a:lnSpc>
            </a:pPr>
            <a:r>
              <a:rPr lang="pt-BR" altLang="pt-BR" sz="2700"/>
              <a:t>Login e senha são insuficientes frente às ameaças atuais;</a:t>
            </a:r>
          </a:p>
          <a:p>
            <a:pPr algn="just">
              <a:lnSpc>
                <a:spcPct val="150000"/>
              </a:lnSpc>
            </a:pPr>
            <a:r>
              <a:rPr lang="pt-BR" altLang="pt-BR" sz="2700" b="1"/>
              <a:t>IA</a:t>
            </a:r>
            <a:r>
              <a:rPr lang="pt-BR" altLang="pt-BR" sz="2700"/>
              <a:t> analisa contexto e detecta riscos;</a:t>
            </a:r>
          </a:p>
          <a:p>
            <a:pPr algn="just">
              <a:lnSpc>
                <a:spcPct val="150000"/>
              </a:lnSpc>
            </a:pPr>
            <a:r>
              <a:rPr lang="pt-BR" altLang="pt-BR" sz="2700" b="1"/>
              <a:t>Blockchain</a:t>
            </a:r>
            <a:r>
              <a:rPr lang="pt-BR" altLang="pt-BR" sz="2700"/>
              <a:t> garante integridade e auditoria.</a:t>
            </a:r>
          </a:p>
          <a:p>
            <a:pPr algn="just">
              <a:lnSpc>
                <a:spcPct val="200000"/>
              </a:lnSpc>
            </a:pPr>
            <a:endParaRPr lang="pt-PT" altLang="pt-BR" sz="2700"/>
          </a:p>
        </p:txBody>
      </p:sp>
      <p:sp>
        <p:nvSpPr>
          <p:cNvPr id="11268" name="Slide Number Placeholder 3">
            <a:extLst>
              <a:ext uri="{FF2B5EF4-FFF2-40B4-BE49-F238E27FC236}">
                <a16:creationId xmlns:a16="http://schemas.microsoft.com/office/drawing/2014/main" id="{E4D25894-B5DF-A7DF-F523-F89EE804DE0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414338" algn="l"/>
                <a:tab pos="828675" algn="l"/>
              </a:tabLs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414338" algn="l"/>
                <a:tab pos="828675" algn="l"/>
              </a:tabLs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414338" algn="l"/>
                <a:tab pos="828675" algn="l"/>
              </a:tabLs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414338" algn="l"/>
                <a:tab pos="828675" algn="l"/>
              </a:tabLs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414338" algn="l"/>
                <a:tab pos="828675" algn="l"/>
              </a:tabLs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14338" algn="l"/>
                <a:tab pos="828675" algn="l"/>
              </a:tabLs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14338" algn="l"/>
                <a:tab pos="828675" algn="l"/>
              </a:tabLs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14338" algn="l"/>
                <a:tab pos="828675" algn="l"/>
              </a:tabLs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414338" algn="l"/>
                <a:tab pos="828675" algn="l"/>
              </a:tabLst>
              <a:defRPr sz="36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F449DB5-AE72-49BB-92BD-F4777EC48D69}" type="slidenum">
              <a:rPr lang="en-US" altLang="pt-BR" sz="1300" smtClean="0">
                <a:solidFill>
                  <a:srgbClr val="FFFFFF"/>
                </a:solidFill>
                <a:latin typeface="Times New Roman" panose="02020603050405020304" pitchFamily="18" charset="0"/>
              </a:rPr>
              <a:pPr/>
              <a:t>1</a:t>
            </a:fld>
            <a:endParaRPr lang="en-US" altLang="pt-BR" sz="130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C4A8B019-9824-0234-ECC3-23BA8B9DB0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Justificativa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A113E-F2A7-D80C-9368-4B36D92803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  <a:defRPr/>
            </a:pPr>
            <a:r>
              <a:rPr b="1" dirty="0" err="1"/>
              <a:t>Problemas</a:t>
            </a:r>
            <a:r>
              <a:rPr b="1" dirty="0"/>
              <a:t> </a:t>
            </a:r>
            <a:r>
              <a:rPr b="1" dirty="0" err="1"/>
              <a:t>atuais</a:t>
            </a:r>
            <a:r>
              <a:rPr b="1" dirty="0"/>
              <a:t>:</a:t>
            </a:r>
            <a:endParaRPr lang="pt-BR" b="1" dirty="0"/>
          </a:p>
          <a:p>
            <a:pPr>
              <a:lnSpc>
                <a:spcPct val="150000"/>
              </a:lnSpc>
              <a:defRPr/>
            </a:pPr>
            <a:r>
              <a:rPr dirty="0" err="1"/>
              <a:t>Credenciais</a:t>
            </a:r>
            <a:r>
              <a:rPr dirty="0"/>
              <a:t> </a:t>
            </a:r>
            <a:r>
              <a:rPr dirty="0" err="1"/>
              <a:t>roubadas</a:t>
            </a:r>
            <a:r>
              <a:rPr lang="pt-BR" dirty="0"/>
              <a:t>;</a:t>
            </a:r>
            <a:endParaRPr dirty="0"/>
          </a:p>
          <a:p>
            <a:pPr>
              <a:lnSpc>
                <a:spcPct val="150000"/>
              </a:lnSpc>
              <a:defRPr/>
            </a:pPr>
            <a:r>
              <a:rPr dirty="0"/>
              <a:t>Falta de </a:t>
            </a:r>
            <a:r>
              <a:rPr dirty="0" err="1"/>
              <a:t>verificação</a:t>
            </a:r>
            <a:r>
              <a:rPr dirty="0"/>
              <a:t> contextual</a:t>
            </a:r>
            <a:r>
              <a:rPr lang="pt-BR" dirty="0"/>
              <a:t>;</a:t>
            </a:r>
            <a:endParaRPr dirty="0"/>
          </a:p>
          <a:p>
            <a:pPr>
              <a:lnSpc>
                <a:spcPct val="150000"/>
              </a:lnSpc>
              <a:defRPr/>
            </a:pPr>
            <a:r>
              <a:rPr dirty="0"/>
              <a:t>Logs </a:t>
            </a:r>
            <a:r>
              <a:rPr dirty="0" err="1"/>
              <a:t>manipuláveis</a:t>
            </a:r>
            <a:r>
              <a:rPr lang="pt-BR" dirty="0"/>
              <a:t>;</a:t>
            </a:r>
            <a:endParaRPr dirty="0"/>
          </a:p>
          <a:p>
            <a:pPr>
              <a:lnSpc>
                <a:spcPct val="150000"/>
              </a:lnSpc>
              <a:defRPr/>
            </a:pPr>
            <a:r>
              <a:rPr dirty="0" err="1"/>
              <a:t>Projeto</a:t>
            </a:r>
            <a:r>
              <a:rPr dirty="0"/>
              <a:t> </a:t>
            </a:r>
            <a:r>
              <a:rPr dirty="0" err="1"/>
              <a:t>propõe</a:t>
            </a:r>
            <a:r>
              <a:rPr dirty="0"/>
              <a:t> </a:t>
            </a:r>
            <a:r>
              <a:rPr dirty="0" err="1"/>
              <a:t>solução</a:t>
            </a:r>
            <a:r>
              <a:rPr dirty="0"/>
              <a:t> </a:t>
            </a:r>
            <a:r>
              <a:rPr dirty="0" err="1"/>
              <a:t>autônoma</a:t>
            </a:r>
            <a:r>
              <a:rPr dirty="0"/>
              <a:t> e </a:t>
            </a:r>
            <a:r>
              <a:rPr dirty="0" err="1"/>
              <a:t>auditável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B8A9A339-D87F-4DB5-08AD-398E4BF23E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Objetivos</a:t>
            </a:r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E9E62C3D-A537-AFF5-3A77-6DE72E57D57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altLang="pt-BR" b="1"/>
              <a:t>Objetivo Geral: </a:t>
            </a:r>
            <a:r>
              <a:rPr lang="pt-BR" altLang="pt-BR"/>
              <a:t>Criar um sistema inteligente de autenticação.</a:t>
            </a:r>
          </a:p>
          <a:p>
            <a:pPr algn="just"/>
            <a:endParaRPr lang="pt-BR" altLang="pt-BR" b="1"/>
          </a:p>
          <a:p>
            <a:pPr algn="just"/>
            <a:r>
              <a:rPr lang="pt-BR" altLang="pt-BR" b="1"/>
              <a:t>Objetivos Específicos:</a:t>
            </a:r>
          </a:p>
          <a:p>
            <a:pPr marL="831850" lvl="1" indent="-342900" algn="just" defTabSz="414338">
              <a:lnSpc>
                <a:spcPct val="150000"/>
              </a:lnSpc>
              <a:spcBef>
                <a:spcPts val="1038"/>
              </a:spcBef>
              <a:buFont typeface="Courier New" panose="02070309020205020404" pitchFamily="49" charset="0"/>
              <a:buChar char="o"/>
              <a:tabLst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</a:tabLst>
            </a:pPr>
            <a:r>
              <a:rPr lang="pt-BR" altLang="pt-BR"/>
              <a:t>Analisar contexto de acesso;</a:t>
            </a:r>
          </a:p>
          <a:p>
            <a:pPr marL="831850" lvl="1" indent="-342900" algn="just" defTabSz="414338">
              <a:lnSpc>
                <a:spcPct val="150000"/>
              </a:lnSpc>
              <a:spcBef>
                <a:spcPts val="1038"/>
              </a:spcBef>
              <a:buFont typeface="Courier New" panose="02070309020205020404" pitchFamily="49" charset="0"/>
              <a:buChar char="o"/>
              <a:tabLst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</a:tabLst>
            </a:pPr>
            <a:r>
              <a:rPr lang="pt-BR" altLang="pt-BR"/>
              <a:t>Implementar IA para prever riscos;</a:t>
            </a:r>
          </a:p>
          <a:p>
            <a:pPr marL="831850" lvl="1" indent="-342900" algn="just" defTabSz="414338">
              <a:lnSpc>
                <a:spcPct val="150000"/>
              </a:lnSpc>
              <a:spcBef>
                <a:spcPts val="1038"/>
              </a:spcBef>
              <a:buFont typeface="Courier New" panose="02070309020205020404" pitchFamily="49" charset="0"/>
              <a:buChar char="o"/>
              <a:tabLst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</a:tabLst>
            </a:pPr>
            <a:r>
              <a:rPr lang="pt-BR" altLang="pt-BR"/>
              <a:t>Registrar eventos em Blockchain.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3603E007-8B00-E60B-B675-AD59C6A6AB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Método</a:t>
            </a:r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749C98CE-3244-AE78-EA1F-4F46D4E17B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pt-BR" altLang="pt-BR" b="1"/>
              <a:t>Etapas do projeto:</a:t>
            </a:r>
          </a:p>
          <a:p>
            <a:pPr marL="782638" lvl="1" indent="-293688" defTabSz="414338">
              <a:lnSpc>
                <a:spcPct val="150000"/>
              </a:lnSpc>
              <a:spcBef>
                <a:spcPts val="1038"/>
              </a:spcBef>
              <a:buFont typeface="Courier New" panose="02070309020205020404" pitchFamily="49" charset="0"/>
              <a:buChar char="o"/>
              <a:tabLst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</a:tabLst>
            </a:pPr>
            <a:r>
              <a:rPr lang="pt-BR" altLang="pt-BR"/>
              <a:t>Estudo teórico e revisão bibliográfica;</a:t>
            </a:r>
          </a:p>
          <a:p>
            <a:pPr marL="782638" lvl="1" indent="-293688" defTabSz="414338">
              <a:lnSpc>
                <a:spcPct val="150000"/>
              </a:lnSpc>
              <a:spcBef>
                <a:spcPts val="1038"/>
              </a:spcBef>
              <a:buFont typeface="Courier New" panose="02070309020205020404" pitchFamily="49" charset="0"/>
              <a:buChar char="o"/>
              <a:tabLst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</a:tabLst>
            </a:pPr>
            <a:r>
              <a:rPr lang="pt-BR" altLang="pt-BR"/>
              <a:t>Desenvolvimento com Keycloak, Angular e Spring Boot;</a:t>
            </a:r>
          </a:p>
          <a:p>
            <a:pPr marL="782638" lvl="1" indent="-293688" defTabSz="414338">
              <a:lnSpc>
                <a:spcPct val="150000"/>
              </a:lnSpc>
              <a:spcBef>
                <a:spcPts val="1038"/>
              </a:spcBef>
              <a:buFont typeface="Courier New" panose="02070309020205020404" pitchFamily="49" charset="0"/>
              <a:buChar char="o"/>
              <a:tabLst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</a:tabLst>
            </a:pPr>
            <a:r>
              <a:rPr lang="pt-BR" altLang="pt-BR"/>
              <a:t>IA com Scikit-learn (biblioteca open-source em Python);</a:t>
            </a:r>
          </a:p>
          <a:p>
            <a:pPr marL="782638" lvl="1" indent="-293688" defTabSz="414338">
              <a:lnSpc>
                <a:spcPct val="150000"/>
              </a:lnSpc>
              <a:spcBef>
                <a:spcPts val="1038"/>
              </a:spcBef>
              <a:buFont typeface="Courier New" panose="02070309020205020404" pitchFamily="49" charset="0"/>
              <a:buChar char="o"/>
              <a:tabLst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</a:tabLst>
            </a:pPr>
            <a:r>
              <a:rPr lang="pt-BR" altLang="pt-BR"/>
              <a:t>Blockchain para registro imutável.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8462771D-609A-9D15-C3AB-D9FA647954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5. Diferenciais do Projeto</a:t>
            </a:r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5AD20EE6-5031-CA61-E3E0-994E4ECEAE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pt-BR" altLang="pt-BR"/>
              <a:t>Autenticação baseada em contexto real;</a:t>
            </a:r>
          </a:p>
          <a:p>
            <a:pPr>
              <a:lnSpc>
                <a:spcPct val="150000"/>
              </a:lnSpc>
            </a:pPr>
            <a:r>
              <a:rPr lang="pt-BR" altLang="pt-BR"/>
              <a:t>IA para prever e classificar risco;</a:t>
            </a:r>
          </a:p>
          <a:p>
            <a:pPr>
              <a:lnSpc>
                <a:spcPct val="150000"/>
              </a:lnSpc>
            </a:pPr>
            <a:r>
              <a:rPr lang="pt-BR" altLang="pt-BR"/>
              <a:t>Registro imutável com Blockchain;</a:t>
            </a:r>
          </a:p>
          <a:p>
            <a:pPr>
              <a:lnSpc>
                <a:spcPct val="150000"/>
              </a:lnSpc>
            </a:pPr>
            <a:r>
              <a:rPr lang="pt-BR" altLang="pt-BR"/>
              <a:t>Bloqueio de acesso  e solicitação de MFA;</a:t>
            </a:r>
          </a:p>
          <a:p>
            <a:pPr>
              <a:lnSpc>
                <a:spcPct val="150000"/>
              </a:lnSpc>
            </a:pPr>
            <a:r>
              <a:rPr lang="pt-BR" altLang="pt-BR"/>
              <a:t>Modularidade com microsserviços.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6475389A-B299-2F5C-953E-A82ACC1B99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Critérios de Liberação ou Negação</a:t>
            </a:r>
          </a:p>
        </p:txBody>
      </p:sp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id="{EAB7CBE8-0041-7ADB-AF72-028C94AB06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pt-BR" altLang="pt-BR" b="1"/>
              <a:t>IA decide com base em:</a:t>
            </a:r>
          </a:p>
          <a:p>
            <a:pPr marL="711200" lvl="1" indent="-342900" defTabSz="414338">
              <a:lnSpc>
                <a:spcPct val="150000"/>
              </a:lnSpc>
              <a:spcBef>
                <a:spcPts val="1038"/>
              </a:spcBef>
              <a:buFont typeface="Courier New" panose="02070309020205020404" pitchFamily="49" charset="0"/>
              <a:buChar char="o"/>
              <a:tabLst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</a:tabLst>
            </a:pPr>
            <a:r>
              <a:rPr lang="pt-BR" altLang="pt-BR"/>
              <a:t>IP, local, dispositivo, horário;</a:t>
            </a:r>
          </a:p>
          <a:p>
            <a:pPr marL="711200" lvl="1" indent="-342900" defTabSz="414338">
              <a:lnSpc>
                <a:spcPct val="150000"/>
              </a:lnSpc>
              <a:spcBef>
                <a:spcPts val="1038"/>
              </a:spcBef>
              <a:buFont typeface="Courier New" panose="02070309020205020404" pitchFamily="49" charset="0"/>
              <a:buChar char="o"/>
              <a:tabLst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</a:tabLst>
            </a:pPr>
            <a:r>
              <a:rPr lang="pt-BR" altLang="pt-BR"/>
              <a:t>Histórico de acesso;</a:t>
            </a:r>
          </a:p>
          <a:p>
            <a:pPr marL="711200" lvl="1" indent="-342900" defTabSz="414338">
              <a:lnSpc>
                <a:spcPct val="150000"/>
              </a:lnSpc>
              <a:spcBef>
                <a:spcPts val="1038"/>
              </a:spcBef>
              <a:buFont typeface="Courier New" panose="02070309020205020404" pitchFamily="49" charset="0"/>
              <a:buChar char="o"/>
              <a:tabLst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</a:tabLst>
            </a:pPr>
            <a:r>
              <a:rPr lang="pt-BR" altLang="pt-BR"/>
              <a:t>Classificação de risco;</a:t>
            </a:r>
          </a:p>
          <a:p>
            <a:pPr marL="711200" lvl="1" indent="-342900" defTabSz="414338">
              <a:lnSpc>
                <a:spcPct val="150000"/>
              </a:lnSpc>
              <a:spcBef>
                <a:spcPts val="1038"/>
              </a:spcBef>
              <a:buFont typeface="Courier New" panose="02070309020205020404" pitchFamily="49" charset="0"/>
              <a:buChar char="o"/>
              <a:tabLst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</a:tabLst>
            </a:pPr>
            <a:r>
              <a:rPr lang="pt-BR" altLang="pt-BR"/>
              <a:t>Bloqueia ou exige MFA se necessário.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C92B5928-8E89-C1F4-8017-ADA0C95989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✅Critérios para LIBERAR o acesso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0118C-36BE-3128-36FC-7B47A89A7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60000"/>
              </a:lnSpc>
              <a:defRPr/>
            </a:pPr>
            <a:r>
              <a:rPr lang="pt-BR" dirty="0"/>
              <a:t>Credenciais válidas (login/senha ou token OAuth2);</a:t>
            </a:r>
          </a:p>
          <a:p>
            <a:pPr>
              <a:lnSpc>
                <a:spcPct val="160000"/>
              </a:lnSpc>
              <a:defRPr/>
            </a:pPr>
            <a:r>
              <a:rPr lang="pt-BR" dirty="0"/>
              <a:t>Localização e IP habituais;</a:t>
            </a:r>
          </a:p>
          <a:p>
            <a:pPr>
              <a:lnSpc>
                <a:spcPct val="160000"/>
              </a:lnSpc>
              <a:defRPr/>
            </a:pPr>
            <a:r>
              <a:rPr lang="pt-BR" dirty="0"/>
              <a:t>Dispositivo reconhecido (navegador, SO);</a:t>
            </a:r>
          </a:p>
          <a:p>
            <a:pPr>
              <a:lnSpc>
                <a:spcPct val="160000"/>
              </a:lnSpc>
              <a:defRPr/>
            </a:pPr>
            <a:r>
              <a:rPr lang="pt-BR" dirty="0"/>
              <a:t>Horário de acesso dentro do padrão;</a:t>
            </a:r>
          </a:p>
          <a:p>
            <a:pPr>
              <a:lnSpc>
                <a:spcPct val="160000"/>
              </a:lnSpc>
              <a:defRPr/>
            </a:pPr>
            <a:r>
              <a:rPr lang="pt-BR" dirty="0"/>
              <a:t>Comportamento consistente com o histórico;</a:t>
            </a:r>
          </a:p>
          <a:p>
            <a:pPr>
              <a:lnSpc>
                <a:spcPct val="160000"/>
              </a:lnSpc>
              <a:defRPr/>
            </a:pPr>
            <a:r>
              <a:rPr lang="pt-BR" dirty="0"/>
              <a:t>IA classifica risco como BAIXO (&lt; 30%);</a:t>
            </a:r>
          </a:p>
          <a:p>
            <a:pPr>
              <a:lnSpc>
                <a:spcPct val="160000"/>
              </a:lnSpc>
              <a:defRPr/>
            </a:pPr>
            <a:r>
              <a:rPr lang="pt-BR" dirty="0"/>
              <a:t>Sem tentativas suspeitas recentes.</a:t>
            </a:r>
          </a:p>
          <a:p>
            <a:pPr>
              <a:defRPr/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FC1E431E-B69D-F75B-976F-0178784CC5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❌ Critérios para NEGAR o acesso</a:t>
            </a:r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FCC222A5-743A-38F6-98EE-770DA7992A4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pt-BR" altLang="pt-BR"/>
              <a:t>Credenciais inválidas (senha incorreta ou token inválido);</a:t>
            </a:r>
          </a:p>
          <a:p>
            <a:r>
              <a:rPr lang="pt-BR" altLang="pt-BR"/>
              <a:t>Dispositivo ou IP desconhecido;</a:t>
            </a:r>
          </a:p>
          <a:p>
            <a:r>
              <a:rPr lang="pt-BR" altLang="pt-BR"/>
              <a:t>Horário incomum (ex: madrugada);</a:t>
            </a:r>
          </a:p>
          <a:p>
            <a:r>
              <a:rPr lang="pt-BR" altLang="pt-BR"/>
              <a:t>Comportamento fora do padrão esperado;</a:t>
            </a:r>
          </a:p>
          <a:p>
            <a:pPr algn="just"/>
            <a:r>
              <a:rPr lang="pt-BR" altLang="pt-BR"/>
              <a:t>IA classifica risco como ALTO (≥ 70%);</a:t>
            </a:r>
          </a:p>
          <a:p>
            <a:r>
              <a:rPr lang="pt-BR" altLang="pt-BR"/>
              <a:t>Múltiplas tentativas de login falhas;</a:t>
            </a:r>
          </a:p>
          <a:p>
            <a:r>
              <a:rPr lang="pt-BR" altLang="pt-BR"/>
              <a:t>Geolocalização contraditória.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3516E1D0-8CB7-2E49-DC98-586308C558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⚠️ Acesso Condicional (MFA)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660032DD-417B-F355-D152-FDDC8FFE4C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pt-BR" altLang="pt-BR"/>
              <a:t>Risco médio (score entre 30% e 70%);</a:t>
            </a:r>
          </a:p>
          <a:p>
            <a:pPr algn="just">
              <a:lnSpc>
                <a:spcPct val="150000"/>
              </a:lnSpc>
            </a:pPr>
            <a:r>
              <a:rPr lang="pt-BR" altLang="pt-BR"/>
              <a:t>Solicitar segundo fator de autenticação:</a:t>
            </a:r>
          </a:p>
          <a:p>
            <a:pPr marL="782638" lvl="1" indent="-293688" defTabSz="414338">
              <a:lnSpc>
                <a:spcPct val="150000"/>
              </a:lnSpc>
              <a:spcBef>
                <a:spcPts val="1038"/>
              </a:spcBef>
              <a:buFont typeface="Courier New" panose="02070309020205020404" pitchFamily="49" charset="0"/>
              <a:buChar char="o"/>
              <a:tabLst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</a:tabLst>
            </a:pPr>
            <a:r>
              <a:rPr lang="pt-BR" altLang="pt-BR"/>
              <a:t>Token por e-mail ou SMS;</a:t>
            </a:r>
          </a:p>
          <a:p>
            <a:pPr marL="782638" lvl="1" indent="-293688" defTabSz="414338">
              <a:lnSpc>
                <a:spcPct val="150000"/>
              </a:lnSpc>
              <a:spcBef>
                <a:spcPts val="1038"/>
              </a:spcBef>
              <a:buFont typeface="Courier New" panose="02070309020205020404" pitchFamily="49" charset="0"/>
              <a:buChar char="o"/>
              <a:tabLst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</a:tabLst>
            </a:pPr>
            <a:r>
              <a:rPr lang="pt-BR" altLang="pt-BR"/>
              <a:t>Aplicativo autenticador;</a:t>
            </a:r>
          </a:p>
          <a:p>
            <a:pPr marL="782638" lvl="1" indent="-293688" defTabSz="414338">
              <a:lnSpc>
                <a:spcPct val="150000"/>
              </a:lnSpc>
              <a:spcBef>
                <a:spcPts val="1038"/>
              </a:spcBef>
              <a:buFont typeface="Courier New" panose="02070309020205020404" pitchFamily="49" charset="0"/>
              <a:buChar char="o"/>
              <a:tabLst>
                <a:tab pos="414338" algn="l"/>
                <a:tab pos="828675" algn="l"/>
                <a:tab pos="1243013" algn="l"/>
                <a:tab pos="1657350" algn="l"/>
                <a:tab pos="2073275" algn="l"/>
                <a:tab pos="2487613" algn="l"/>
                <a:tab pos="2901950" algn="l"/>
                <a:tab pos="3316288" algn="l"/>
                <a:tab pos="3732213" algn="l"/>
                <a:tab pos="4146550" algn="l"/>
                <a:tab pos="4560888" algn="l"/>
                <a:tab pos="4975225" algn="l"/>
                <a:tab pos="5391150" algn="l"/>
                <a:tab pos="5805488" algn="l"/>
                <a:tab pos="6219825" algn="l"/>
                <a:tab pos="6634163" algn="l"/>
                <a:tab pos="7050088" algn="l"/>
                <a:tab pos="7464425" algn="l"/>
                <a:tab pos="7878763" algn="l"/>
              </a:tabLst>
            </a:pPr>
            <a:r>
              <a:rPr lang="pt-BR" altLang="pt-BR"/>
              <a:t>Pergunta de segurança.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08098761-7F49-579E-B548-906140C1B3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Resultados Esperados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5CD12-548F-5DC9-43CF-831FF397F7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89038"/>
            <a:ext cx="8229600" cy="4937125"/>
          </a:xfrm>
        </p:spPr>
        <p:txBody>
          <a:bodyPr>
            <a:normAutofit fontScale="77500" lnSpcReduction="20000"/>
          </a:bodyPr>
          <a:lstStyle/>
          <a:p>
            <a:pPr>
              <a:defRPr/>
            </a:pPr>
            <a:endParaRPr lang="pt-BR" dirty="0"/>
          </a:p>
          <a:p>
            <a:pPr algn="just">
              <a:defRPr/>
            </a:pPr>
            <a:r>
              <a:rPr dirty="0" err="1"/>
              <a:t>Redução</a:t>
            </a:r>
            <a:r>
              <a:rPr dirty="0"/>
              <a:t> de </a:t>
            </a:r>
            <a:r>
              <a:rPr dirty="0" err="1"/>
              <a:t>acessos</a:t>
            </a:r>
            <a:r>
              <a:rPr dirty="0"/>
              <a:t> </a:t>
            </a:r>
            <a:r>
              <a:rPr dirty="0" err="1"/>
              <a:t>indevidos</a:t>
            </a:r>
            <a:r>
              <a:rPr lang="pt-BR" dirty="0"/>
              <a:t>;</a:t>
            </a:r>
            <a:endParaRPr dirty="0"/>
          </a:p>
          <a:p>
            <a:pPr algn="just">
              <a:defRPr/>
            </a:pPr>
            <a:r>
              <a:rPr dirty="0" err="1"/>
              <a:t>Aumento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confiança</a:t>
            </a:r>
            <a:r>
              <a:rPr dirty="0"/>
              <a:t> do </a:t>
            </a:r>
            <a:r>
              <a:rPr dirty="0" err="1"/>
              <a:t>sistema</a:t>
            </a:r>
            <a:r>
              <a:rPr lang="pt-BR" dirty="0"/>
              <a:t>;</a:t>
            </a:r>
            <a:endParaRPr dirty="0"/>
          </a:p>
          <a:p>
            <a:pPr algn="just">
              <a:defRPr/>
            </a:pPr>
            <a:r>
              <a:rPr lang="pt-BR" dirty="0"/>
              <a:t>Melhore significativamente a segurança de autenticação em sistemas web;</a:t>
            </a:r>
          </a:p>
          <a:p>
            <a:pPr algn="just">
              <a:defRPr/>
            </a:pPr>
            <a:r>
              <a:rPr lang="pt-BR" dirty="0"/>
              <a:t>Identifique tentativas suspeitas de login com maior precisão;</a:t>
            </a:r>
          </a:p>
          <a:p>
            <a:pPr algn="just">
              <a:defRPr/>
            </a:pPr>
            <a:r>
              <a:rPr lang="pt-BR" dirty="0"/>
              <a:t>Aja de forma autônoma ao bloquear, solicitar segundo fator ou permitir acessos;</a:t>
            </a:r>
          </a:p>
          <a:p>
            <a:pPr algn="just">
              <a:defRPr/>
            </a:pPr>
            <a:r>
              <a:rPr lang="pt-BR" dirty="0"/>
              <a:t>Registre de forma segura e auditável os eventos sensíveis em Blockchain;</a:t>
            </a:r>
          </a:p>
          <a:p>
            <a:pPr algn="just">
              <a:defRPr/>
            </a:pPr>
            <a:r>
              <a:rPr lang="pt-BR" dirty="0"/>
              <a:t>Contribua com um modelo replicável para sistemas de autenticação inteligente.</a:t>
            </a:r>
          </a:p>
          <a:p>
            <a:pPr>
              <a:defRPr/>
            </a:pP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0A0B0373-2AED-88C2-C42A-B9AEC5F2E9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Diferencial</a:t>
            </a: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EA1B6A52-BBFE-13BB-5E02-9D7C7610972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Font typeface="Arial" panose="020B0604020202020204" pitchFamily="34" charset="0"/>
              <a:buNone/>
            </a:pPr>
            <a:r>
              <a:rPr lang="pt-BR" altLang="pt-BR"/>
              <a:t>O grande diferencial do seu projeto está na integração inteligente de múltiplas tecnologias emergentes para criar um sistema de segurança adaptável, auditável e altamente confiável.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6C9D1D7D-3E07-4025-0A94-2705D7D05E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10. Considerações Finais</a:t>
            </a: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28CB3BFD-595E-9A5A-C3F3-DD067406143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pt-BR" altLang="pt-BR"/>
              <a:t>Sistema de autenticação moderno, inteligente e auditável;</a:t>
            </a:r>
          </a:p>
          <a:p>
            <a:pPr algn="just">
              <a:lnSpc>
                <a:spcPct val="150000"/>
              </a:lnSpc>
            </a:pPr>
            <a:r>
              <a:rPr lang="pt-BR" altLang="pt-BR"/>
              <a:t>Baseado em dados reais e tecnologias emergentes;</a:t>
            </a:r>
          </a:p>
          <a:p>
            <a:pPr algn="just">
              <a:lnSpc>
                <a:spcPct val="150000"/>
              </a:lnSpc>
            </a:pPr>
            <a:r>
              <a:rPr lang="pt-BR" altLang="pt-BR"/>
              <a:t>Aplicável a contextos críticos: governo, educação, empresas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E90F2F97-4D2F-B0C9-3CEF-089128CE5C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Tecnologias Utilizadas</a:t>
            </a:r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865F43E6-D9CE-7076-D66D-B2D9986D6A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pt-BR" altLang="pt-BR"/>
              <a:t>Angular + Spring Boot;</a:t>
            </a:r>
          </a:p>
          <a:p>
            <a:pPr>
              <a:lnSpc>
                <a:spcPct val="150000"/>
              </a:lnSpc>
            </a:pPr>
            <a:r>
              <a:rPr lang="pt-BR" altLang="pt-BR"/>
              <a:t>Docker e Microsserviços;</a:t>
            </a:r>
          </a:p>
          <a:p>
            <a:pPr>
              <a:lnSpc>
                <a:spcPct val="150000"/>
              </a:lnSpc>
            </a:pPr>
            <a:r>
              <a:rPr lang="pt-BR" altLang="pt-BR"/>
              <a:t>Keycloak + OAuth2;</a:t>
            </a:r>
          </a:p>
          <a:p>
            <a:pPr>
              <a:lnSpc>
                <a:spcPct val="150000"/>
              </a:lnSpc>
            </a:pPr>
            <a:r>
              <a:rPr lang="pt-BR" altLang="pt-BR"/>
              <a:t>Scikit-learn + Blockchain.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GESP-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Oswald Regular"/>
        <a:ea typeface="ＭＳ Ｐゴシック"/>
        <a:cs typeface="DejaVu Sans"/>
      </a:majorFont>
      <a:minorFont>
        <a:latin typeface="Titillium Web"/>
        <a:ea typeface="ＭＳ Ｐゴシック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charset="0"/>
          <a:buNone/>
          <a:tabLst/>
          <a:defRPr kumimoji="0" lang="en-GB" sz="1800" b="0" i="0" u="none" strike="noStrike" cap="none" normalizeH="0" baseline="0">
            <a:ln>
              <a:noFill/>
            </a:ln>
            <a:effectLst/>
            <a:latin typeface="Arial" charset="0"/>
            <a:ea typeface="ＭＳ Ｐゴシック" charset="0"/>
            <a:cs typeface="DejaVu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charset="0"/>
          <a:buNone/>
          <a:tabLst/>
          <a:defRPr kumimoji="0" lang="en-GB" sz="1800" b="0" i="0" u="none" strike="noStrike" cap="none" normalizeH="0" baseline="0">
            <a:ln>
              <a:noFill/>
            </a:ln>
            <a:effectLst/>
            <a:latin typeface="Arial" charset="0"/>
            <a:ea typeface="ＭＳ Ｐゴシック" charset="0"/>
            <a:cs typeface="DejaVu Sans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Personalizar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1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ＭＳ Ｐゴシック"/>
        <a:cs typeface="DejaVu Sans"/>
      </a:majorFont>
      <a:minorFont>
        <a:latin typeface="Arial"/>
        <a:ea typeface="ＭＳ Ｐゴシック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charset="0"/>
          <a:buNone/>
          <a:tabLst/>
          <a:defRPr kumimoji="0" lang="en-GB" sz="1800" b="0" i="0" u="none" strike="noStrike" cap="none" normalizeH="0" baseline="0">
            <a:ln>
              <a:noFill/>
            </a:ln>
            <a:effectLst/>
            <a:latin typeface="Arial" charset="0"/>
            <a:ea typeface="ＭＳ Ｐゴシック" charset="0"/>
            <a:cs typeface="DejaVu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charset="0"/>
          <a:buNone/>
          <a:tabLst/>
          <a:defRPr kumimoji="0" lang="en-GB" sz="1800" b="0" i="0" u="none" strike="noStrike" cap="none" normalizeH="0" baseline="0">
            <a:ln>
              <a:noFill/>
            </a:ln>
            <a:effectLst/>
            <a:latin typeface="Arial" charset="0"/>
            <a:ea typeface="ＭＳ Ｐゴシック" charset="0"/>
            <a:cs typeface="DejaVu Sans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2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ＭＳ Ｐゴシック"/>
        <a:cs typeface="DejaVu Sans"/>
      </a:majorFont>
      <a:minorFont>
        <a:latin typeface="Arial"/>
        <a:ea typeface="ＭＳ Ｐゴシック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charset="0"/>
          <a:buNone/>
          <a:tabLst/>
          <a:defRPr kumimoji="0" lang="en-GB" sz="1800" b="0" i="0" u="none" strike="noStrike" cap="none" normalizeH="0" baseline="0">
            <a:ln>
              <a:noFill/>
            </a:ln>
            <a:effectLst/>
            <a:latin typeface="Arial" charset="0"/>
            <a:ea typeface="ＭＳ Ｐゴシック" charset="0"/>
            <a:cs typeface="DejaVu Sans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8099" dir="2700000" algn="ctr" rotWithShape="0">
                  <a:schemeClr val="bg2">
                    <a:alpha val="74998"/>
                  </a:schemeClr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charset="0"/>
          <a:buNone/>
          <a:tabLst/>
          <a:defRPr kumimoji="0" lang="en-GB" sz="1800" b="0" i="0" u="none" strike="noStrike" cap="none" normalizeH="0" baseline="0">
            <a:ln>
              <a:noFill/>
            </a:ln>
            <a:effectLst/>
            <a:latin typeface="Arial" charset="0"/>
            <a:ea typeface="ＭＳ Ｐゴシック" charset="0"/>
            <a:cs typeface="DejaVu Sans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PPGESP-theme.thmx</Template>
  <TotalTime>29750</TotalTime>
  <Words>505</Words>
  <Application>Microsoft Office PowerPoint</Application>
  <PresentationFormat>Apresentação na tela (4:3)</PresentationFormat>
  <Paragraphs>87</Paragraphs>
  <Slides>14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10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14</vt:i4>
      </vt:variant>
    </vt:vector>
  </HeadingPairs>
  <TitlesOfParts>
    <vt:vector size="28" baseType="lpstr">
      <vt:lpstr>Arial</vt:lpstr>
      <vt:lpstr>MS PGothic</vt:lpstr>
      <vt:lpstr>DejaVu Sans</vt:lpstr>
      <vt:lpstr>Oswald Regular</vt:lpstr>
      <vt:lpstr>Times New Roman</vt:lpstr>
      <vt:lpstr>Titillium Web</vt:lpstr>
      <vt:lpstr>Symbol</vt:lpstr>
      <vt:lpstr>Aptos Display</vt:lpstr>
      <vt:lpstr>Aptos</vt:lpstr>
      <vt:lpstr>Courier New</vt:lpstr>
      <vt:lpstr>PPGESP-theme</vt:lpstr>
      <vt:lpstr>Personalizar design</vt:lpstr>
      <vt:lpstr>1_Office Theme</vt:lpstr>
      <vt:lpstr>2_Office Theme</vt:lpstr>
      <vt:lpstr>Apresentação do PowerPoint</vt:lpstr>
      <vt:lpstr>Introdução</vt:lpstr>
      <vt:lpstr>Justificativa</vt:lpstr>
      <vt:lpstr>Objetivos</vt:lpstr>
      <vt:lpstr>Método</vt:lpstr>
      <vt:lpstr>5. Diferenciais do Projeto</vt:lpstr>
      <vt:lpstr>Critérios de Liberação ou Negação</vt:lpstr>
      <vt:lpstr>✅Critérios para LIBERAR o acesso</vt:lpstr>
      <vt:lpstr>❌ Critérios para NEGAR o acesso</vt:lpstr>
      <vt:lpstr>⚠️ Acesso Condicional (MFA)</vt:lpstr>
      <vt:lpstr>Resultados Esperados</vt:lpstr>
      <vt:lpstr>Diferencial</vt:lpstr>
      <vt:lpstr>10. Considerações Finais</vt:lpstr>
      <vt:lpstr>Tecnologias Utilizadas</vt:lpstr>
    </vt:vector>
  </TitlesOfParts>
  <Company>NTNU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Ingen lysbildetittel</dc:title>
  <dc:creator>Even Gran</dc:creator>
  <cp:lastModifiedBy>João Guedes de Brito</cp:lastModifiedBy>
  <cp:revision>1705</cp:revision>
  <cp:lastPrinted>2018-06-26T20:36:17Z</cp:lastPrinted>
  <dcterms:created xsi:type="dcterms:W3CDTF">2012-01-29T10:16:24Z</dcterms:created>
  <dcterms:modified xsi:type="dcterms:W3CDTF">2026-04-07T11:55:44Z</dcterms:modified>
</cp:coreProperties>
</file>