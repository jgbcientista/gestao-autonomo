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>
  <p:sldMasterIdLst>
    <p:sldMasterId id="2147484063" r:id="rId1"/>
    <p:sldMasterId id="2147484092" r:id="rId2"/>
    <p:sldMasterId id="2147484104" r:id="rId3"/>
  </p:sldMasterIdLst>
  <p:notesMasterIdLst>
    <p:notesMasterId r:id="rId18"/>
  </p:notesMasterIdLst>
  <p:handoutMasterIdLst>
    <p:handoutMasterId r:id="rId19"/>
  </p:handout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6858000" type="screen4x3"/>
  <p:notesSz cx="6858000" cy="9144000"/>
  <p:defaultTextStyle>
    <a:defPPr>
      <a:defRPr lang="nn-NO"/>
    </a:defPPr>
    <a:lvl1pPr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FA0000"/>
    <a:srgbClr val="1F3C6B"/>
    <a:srgbClr val="224378"/>
    <a:srgbClr val="BFD9E6"/>
    <a:srgbClr val="BFBFBF"/>
    <a:srgbClr val="DEEEFD"/>
    <a:srgbClr val="FFFFFF"/>
    <a:srgbClr val="4EFD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8216"/>
    </p:cViewPr>
  </p:outlineViewPr>
  <p:notesTextViewPr>
    <p:cViewPr>
      <p:scale>
        <a:sx n="33" d="100"/>
        <a:sy n="33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-3328" y="-11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CCF29E-1A3D-4B96-F375-547B72489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E638C-8CE9-7010-777A-96D99F71A03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nb-NO"/>
              <a:t>January 30th, 2012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FBDD4F-DFE0-5F53-E3B7-5106DD690C5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157D37-B929-485D-5543-7660D58441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14EF0B3E-5D07-4EFD-863F-EC121B9D080A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9A5A727-6F49-9FDD-F995-F17296D707B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FA490466-F759-4DD5-1F76-E851C70FF6E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nb-NO"/>
              <a:t>January 30th, 2012</a:t>
            </a:r>
            <a:endParaRPr lang="en-US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D97831A4-4AA0-16A3-C926-71252CFCFAB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32210C8-103A-8CB6-EB93-D236350F2274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n-NO" noProof="0"/>
              <a:t>Click to edit Master text styles</a:t>
            </a:r>
          </a:p>
          <a:p>
            <a:pPr lvl="1"/>
            <a:r>
              <a:rPr lang="nn-NO" noProof="0"/>
              <a:t>Second level</a:t>
            </a:r>
          </a:p>
          <a:p>
            <a:pPr lvl="2"/>
            <a:r>
              <a:rPr lang="nn-NO" noProof="0"/>
              <a:t>Third level</a:t>
            </a:r>
          </a:p>
          <a:p>
            <a:pPr lvl="3"/>
            <a:r>
              <a:rPr lang="nn-NO" noProof="0"/>
              <a:t>Fourth level</a:t>
            </a:r>
          </a:p>
          <a:p>
            <a:pPr lvl="4"/>
            <a:r>
              <a:rPr lang="nn-NO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20B22478-88DA-4F98-12EC-52D5C428FA0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620D8225-4333-B5BD-8E4C-529CA7265D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66C898-85C0-413F-AE57-935DA1391FD1}" type="slidenum">
              <a:rPr lang="nn-NO" altLang="pt-BR"/>
              <a:pPr/>
              <a:t>‹nº›</a:t>
            </a:fld>
            <a:endParaRPr lang="nn-NO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Image Placeholder 1">
            <a:extLst>
              <a:ext uri="{FF2B5EF4-FFF2-40B4-BE49-F238E27FC236}">
                <a16:creationId xmlns:a16="http://schemas.microsoft.com/office/drawing/2014/main" id="{CEF5F495-63DB-72FA-0FAB-0A24423D4E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1746" name="Notes Placeholder 2">
            <a:extLst>
              <a:ext uri="{FF2B5EF4-FFF2-40B4-BE49-F238E27FC236}">
                <a16:creationId xmlns:a16="http://schemas.microsoft.com/office/drawing/2014/main" id="{96496790-35A2-908D-704D-2FB579630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pt-BR">
              <a:latin typeface="Arial" panose="020B0604020202020204" pitchFamily="34" charset="0"/>
            </a:endParaRPr>
          </a:p>
        </p:txBody>
      </p:sp>
      <p:sp>
        <p:nvSpPr>
          <p:cNvPr id="31747" name="Date Placeholder 3">
            <a:extLst>
              <a:ext uri="{FF2B5EF4-FFF2-40B4-BE49-F238E27FC236}">
                <a16:creationId xmlns:a16="http://schemas.microsoft.com/office/drawing/2014/main" id="{A1465F4C-2A77-9B3C-10EA-3BD79B2AEA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r>
              <a:rPr lang="nb-NO" altLang="pt-BR" sz="1200"/>
              <a:t>January 30th, 2012</a:t>
            </a:r>
            <a:endParaRPr lang="en-US" altLang="pt-BR" sz="1200"/>
          </a:p>
        </p:txBody>
      </p:sp>
      <p:sp>
        <p:nvSpPr>
          <p:cNvPr id="31748" name="Slide Number Placeholder 4">
            <a:extLst>
              <a:ext uri="{FF2B5EF4-FFF2-40B4-BE49-F238E27FC236}">
                <a16:creationId xmlns:a16="http://schemas.microsoft.com/office/drawing/2014/main" id="{CE4690A1-FE3D-C48B-11C4-22C773CA08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AB617F3-932D-41E9-868A-31F671B2B745}" type="slidenum">
              <a:rPr lang="nn-NO" altLang="pt-BR" sz="1200"/>
              <a:pPr/>
              <a:t>0</a:t>
            </a:fld>
            <a:endParaRPr lang="nn-NO" altLang="pt-BR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B4486F9D-89BD-5BD8-84FB-06639860D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86525"/>
            <a:ext cx="9144000" cy="28098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82945" tIns="41473" rIns="82945" bIns="41473" anchor="ctr"/>
          <a:lstStyle/>
          <a:p>
            <a:pPr>
              <a:defRPr/>
            </a:pPr>
            <a:endParaRPr lang="pt-PT">
              <a:latin typeface="Arial" charset="0"/>
              <a:ea typeface="ＭＳ Ｐゴシック" charset="0"/>
            </a:endParaRPr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53CACA25-DB91-21BA-85A2-15F68EBCC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527800"/>
            <a:ext cx="7132638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12903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>
              <a:lnSpc>
                <a:spcPct val="92000"/>
              </a:lnSpc>
              <a:defRPr/>
            </a:pPr>
            <a:endParaRPr lang="en-US" sz="1300">
              <a:solidFill>
                <a:srgbClr val="FFFFFF"/>
              </a:solidFill>
              <a:latin typeface="Times New Roman" charset="0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271EA225-CA9D-7E50-4494-E9F0BC873F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499225"/>
            <a:ext cx="5356225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lIns="0" tIns="0" rIns="0" bIns="0" anchor="ctr"/>
          <a:lstStyle>
            <a:lvl1pPr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2000"/>
              </a:lnSpc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IFBA  – Nome Palestrante </a:t>
            </a:r>
            <a:r>
              <a:rPr lang="mr-IN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–</a:t>
            </a: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 email@ifba.edu.br</a:t>
            </a: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DFD8FE3B-59E1-B9AB-E95B-A74B83574A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88" y="188913"/>
            <a:ext cx="822325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317D22AD-B919-8A43-CCE3-B079473E9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blipFill dpi="0" rotWithShape="0">
                  <a:blip xmlns:r="http://schemas.openxmlformats.org/officeDocument/2006/relationships"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440" y="3885528"/>
            <a:ext cx="7773120" cy="2338483"/>
          </a:xfrm>
        </p:spPr>
        <p:txBody>
          <a:bodyPr/>
          <a:lstStyle>
            <a:lvl1pPr marL="0" indent="0" algn="l">
              <a:lnSpc>
                <a:spcPct val="111000"/>
              </a:lnSpc>
              <a:buNone/>
              <a:defRPr sz="2900"/>
            </a:lvl1pPr>
            <a:lvl2pPr marL="414726" indent="0" algn="ctr">
              <a:buNone/>
              <a:defRPr/>
            </a:lvl2pPr>
            <a:lvl3pPr marL="829452" indent="0" algn="ctr">
              <a:buNone/>
              <a:defRPr/>
            </a:lvl3pPr>
            <a:lvl4pPr marL="1244178" indent="0" algn="ctr">
              <a:buNone/>
              <a:defRPr/>
            </a:lvl4pPr>
            <a:lvl5pPr marL="1658904" indent="0" algn="ctr">
              <a:buNone/>
              <a:defRPr/>
            </a:lvl5pPr>
            <a:lvl6pPr marL="2073631" indent="0" algn="ctr">
              <a:buNone/>
              <a:defRPr/>
            </a:lvl6pPr>
            <a:lvl7pPr marL="2488357" indent="0" algn="ctr">
              <a:buNone/>
              <a:defRPr/>
            </a:lvl7pPr>
            <a:lvl8pPr marL="2903083" indent="0" algn="ctr">
              <a:buNone/>
              <a:defRPr/>
            </a:lvl8pPr>
            <a:lvl9pPr marL="3317809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en-US" dirty="0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CD85FA2F-B9DA-F5C3-5128-ACBBD0D4B69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>
            <a:lvl1pPr>
              <a:defRPr/>
            </a:lvl1pPr>
          </a:lstStyle>
          <a:p>
            <a:fld id="{C86E7E02-D71C-4475-8422-EC4777E406CC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005212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783372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3pPr>
            <a:lvl4pPr marL="1537943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4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AE2A95-1AD1-A728-24EB-754C869BCDCC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F381A2D-256C-4903-B129-571327844013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482378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3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726" indent="0">
              <a:buNone/>
              <a:defRPr sz="1600"/>
            </a:lvl2pPr>
            <a:lvl3pPr marL="829452" indent="0">
              <a:buNone/>
              <a:defRPr sz="1500"/>
            </a:lvl3pPr>
            <a:lvl4pPr marL="1244178" indent="0">
              <a:buNone/>
              <a:defRPr sz="1300"/>
            </a:lvl4pPr>
            <a:lvl5pPr marL="1658904" indent="0">
              <a:buNone/>
              <a:defRPr sz="1300"/>
            </a:lvl5pPr>
            <a:lvl6pPr marL="2073631" indent="0">
              <a:buNone/>
              <a:defRPr sz="1300"/>
            </a:lvl6pPr>
            <a:lvl7pPr marL="2488357" indent="0">
              <a:buNone/>
              <a:defRPr sz="1300"/>
            </a:lvl7pPr>
            <a:lvl8pPr marL="2903083" indent="0">
              <a:buNone/>
              <a:defRPr sz="1300"/>
            </a:lvl8pPr>
            <a:lvl9pPr marL="3317809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48E819-80C9-27C8-4BBD-C5DD265535F0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89BEE2B-DEA5-475D-AFBF-239B3DECA17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221545920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4781302"/>
          </a:xfrm>
        </p:spPr>
        <p:txBody>
          <a:bodyPr/>
          <a:lstStyle>
            <a:lvl1pPr>
              <a:defRPr sz="2500"/>
            </a:lvl1pPr>
            <a:lvl2pPr marL="783372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2200"/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800"/>
            </a:lvl3pPr>
            <a:lvl4pPr marL="1537943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4781302"/>
          </a:xfrm>
        </p:spPr>
        <p:txBody>
          <a:bodyPr/>
          <a:lstStyle>
            <a:lvl1pPr>
              <a:defRPr sz="2500"/>
            </a:lvl1pPr>
            <a:lvl2pPr marL="800652" indent="-311045">
              <a:defRPr lang="x-none" sz="2200" dirty="0" smtClean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BFACC3-0B55-3A21-E948-130A1315DF7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BFA4E9-ECA3-4C57-9F55-97023466A331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252176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1" y="275070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726" indent="0">
              <a:buNone/>
              <a:defRPr sz="1800" b="1"/>
            </a:lvl2pPr>
            <a:lvl3pPr marL="829452" indent="0">
              <a:buNone/>
              <a:defRPr sz="1600" b="1"/>
            </a:lvl3pPr>
            <a:lvl4pPr marL="1244178" indent="0">
              <a:buNone/>
              <a:defRPr sz="1500" b="1"/>
            </a:lvl4pPr>
            <a:lvl5pPr marL="1658904" indent="0">
              <a:buNone/>
              <a:defRPr sz="1500" b="1"/>
            </a:lvl5pPr>
            <a:lvl6pPr marL="2073631" indent="0">
              <a:buNone/>
              <a:defRPr sz="1500" b="1"/>
            </a:lvl6pPr>
            <a:lvl7pPr marL="2488357" indent="0">
              <a:buNone/>
              <a:defRPr sz="1500" b="1"/>
            </a:lvl7pPr>
            <a:lvl8pPr marL="2903083" indent="0">
              <a:buNone/>
              <a:defRPr sz="1500" b="1"/>
            </a:lvl8pPr>
            <a:lvl9pPr marL="3317809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1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726" indent="0">
              <a:buNone/>
              <a:defRPr sz="1800" b="1"/>
            </a:lvl2pPr>
            <a:lvl3pPr marL="829452" indent="0">
              <a:buNone/>
              <a:defRPr sz="1600" b="1"/>
            </a:lvl3pPr>
            <a:lvl4pPr marL="1244178" indent="0">
              <a:buNone/>
              <a:defRPr sz="1500" b="1"/>
            </a:lvl4pPr>
            <a:lvl5pPr marL="1658904" indent="0">
              <a:buNone/>
              <a:defRPr sz="1500" b="1"/>
            </a:lvl5pPr>
            <a:lvl6pPr marL="2073631" indent="0">
              <a:buNone/>
              <a:defRPr sz="1500" b="1"/>
            </a:lvl6pPr>
            <a:lvl7pPr marL="2488357" indent="0">
              <a:buNone/>
              <a:defRPr sz="1500" b="1"/>
            </a:lvl7pPr>
            <a:lvl8pPr marL="2903083" indent="0">
              <a:buNone/>
              <a:defRPr sz="1500" b="1"/>
            </a:lvl8pPr>
            <a:lvl9pPr marL="3317809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1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A03D4738-97B2-F6B1-CBC9-4B32C92143A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B6049EC-B94A-449D-B2EA-0840640CA1C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87714803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7A434D1-E7BD-0FC7-977D-A57936ACB51D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3C5E49-BD33-45B4-8E51-36A63FB7F13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67301987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A4282768-0CDD-1087-B885-BE1C3A66BBE1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81744-850F-4008-B1F1-95885629FF07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940973531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1" y="273629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1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726" indent="0">
              <a:buNone/>
              <a:defRPr sz="1100"/>
            </a:lvl2pPr>
            <a:lvl3pPr marL="829452" indent="0">
              <a:buNone/>
              <a:defRPr sz="900"/>
            </a:lvl3pPr>
            <a:lvl4pPr marL="1244178" indent="0">
              <a:buNone/>
              <a:defRPr sz="800"/>
            </a:lvl4pPr>
            <a:lvl5pPr marL="1658904" indent="0">
              <a:buNone/>
              <a:defRPr sz="800"/>
            </a:lvl5pPr>
            <a:lvl6pPr marL="2073631" indent="0">
              <a:buNone/>
              <a:defRPr sz="800"/>
            </a:lvl6pPr>
            <a:lvl7pPr marL="2488357" indent="0">
              <a:buNone/>
              <a:defRPr sz="800"/>
            </a:lvl7pPr>
            <a:lvl8pPr marL="2903083" indent="0">
              <a:buNone/>
              <a:defRPr sz="800"/>
            </a:lvl8pPr>
            <a:lvl9pPr marL="3317809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A3D269-B5F7-34ED-787D-CD60B617A8C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20E2CC-0D74-4FAA-A65C-1AE703CFBDB6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919510707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1" y="4800025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1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726" indent="0">
              <a:buNone/>
              <a:defRPr sz="2500"/>
            </a:lvl2pPr>
            <a:lvl3pPr marL="829452" indent="0">
              <a:buNone/>
              <a:defRPr sz="2200"/>
            </a:lvl3pPr>
            <a:lvl4pPr marL="1244178" indent="0">
              <a:buNone/>
              <a:defRPr sz="1800"/>
            </a:lvl4pPr>
            <a:lvl5pPr marL="1658904" indent="0">
              <a:buNone/>
              <a:defRPr sz="1800"/>
            </a:lvl5pPr>
            <a:lvl6pPr marL="2073631" indent="0">
              <a:buNone/>
              <a:defRPr sz="1800"/>
            </a:lvl6pPr>
            <a:lvl7pPr marL="2488357" indent="0">
              <a:buNone/>
              <a:defRPr sz="1800"/>
            </a:lvl7pPr>
            <a:lvl8pPr marL="2903083" indent="0">
              <a:buNone/>
              <a:defRPr sz="1800"/>
            </a:lvl8pPr>
            <a:lvl9pPr marL="3317809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1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726" indent="0">
              <a:buNone/>
              <a:defRPr sz="1100"/>
            </a:lvl2pPr>
            <a:lvl3pPr marL="829452" indent="0">
              <a:buNone/>
              <a:defRPr sz="900"/>
            </a:lvl3pPr>
            <a:lvl4pPr marL="1244178" indent="0">
              <a:buNone/>
              <a:defRPr sz="800"/>
            </a:lvl4pPr>
            <a:lvl5pPr marL="1658904" indent="0">
              <a:buNone/>
              <a:defRPr sz="800"/>
            </a:lvl5pPr>
            <a:lvl6pPr marL="2073631" indent="0">
              <a:buNone/>
              <a:defRPr sz="800"/>
            </a:lvl6pPr>
            <a:lvl7pPr marL="2488357" indent="0">
              <a:buNone/>
              <a:defRPr sz="800"/>
            </a:lvl7pPr>
            <a:lvl8pPr marL="2903083" indent="0">
              <a:buNone/>
              <a:defRPr sz="800"/>
            </a:lvl8pPr>
            <a:lvl9pPr marL="3317809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4DEF44-22AC-64E8-5DA7-262618805741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6015D7-933E-4391-B475-B5E950B7548F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504896097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1930328-BBDD-A211-E752-D7E9D1E2F670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4AE9DF7-345A-42C4-8DF4-7EEF1CA890BB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99528849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6112002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6112002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6ECEFFD-1611-8C8F-985F-640E7CC2E8D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16BCE55-74B0-4F32-B503-565103DCD59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79029008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44727"/>
            <a:ext cx="7772400" cy="14700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33854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0389622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0" y="1428769"/>
            <a:ext cx="8097838" cy="46434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05"/>
          <p:cNvSpPr>
            <a:spLocks noGrp="1" noChangeArrowheads="1"/>
          </p:cNvSpPr>
          <p:nvPr>
            <p:ph type="title"/>
          </p:nvPr>
        </p:nvSpPr>
        <p:spPr bwMode="auto">
          <a:xfrm>
            <a:off x="571500" y="357165"/>
            <a:ext cx="8072438" cy="857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nn-NO" dirty="0" err="1"/>
              <a:t>Click</a:t>
            </a:r>
            <a:r>
              <a:rPr lang="nn-NO" dirty="0"/>
              <a:t> to </a:t>
            </a:r>
            <a:r>
              <a:rPr lang="nn-NO" dirty="0" err="1"/>
              <a:t>edit</a:t>
            </a:r>
            <a:r>
              <a:rPr lang="nn-NO" dirty="0"/>
              <a:t> Master title </a:t>
            </a:r>
            <a:r>
              <a:rPr lang="nn-NO" dirty="0" err="1"/>
              <a:t>style</a:t>
            </a:r>
            <a:endParaRPr lang="nn-NO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217994A-47A1-AA0F-A0AC-3408E23ED8B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4D6AA0-DE7C-4ABF-96A3-6CD3D7B589DF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692780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6100" y="1428736"/>
            <a:ext cx="3954462" cy="4714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19652" y="1428736"/>
            <a:ext cx="4024314" cy="4714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105"/>
          <p:cNvSpPr>
            <a:spLocks noGrp="1" noChangeArrowheads="1"/>
          </p:cNvSpPr>
          <p:nvPr>
            <p:ph type="title"/>
          </p:nvPr>
        </p:nvSpPr>
        <p:spPr bwMode="auto">
          <a:xfrm>
            <a:off x="571500" y="357165"/>
            <a:ext cx="8072438" cy="857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nn-NO" dirty="0" err="1"/>
              <a:t>Click</a:t>
            </a:r>
            <a:r>
              <a:rPr lang="nn-NO" dirty="0"/>
              <a:t> to </a:t>
            </a:r>
            <a:r>
              <a:rPr lang="nn-NO" dirty="0" err="1"/>
              <a:t>edit</a:t>
            </a:r>
            <a:r>
              <a:rPr lang="nn-NO" dirty="0"/>
              <a:t> Master title </a:t>
            </a:r>
            <a:r>
              <a:rPr lang="nn-NO" dirty="0" err="1"/>
              <a:t>style</a:t>
            </a:r>
            <a:endParaRPr lang="nn-NO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5B1637D5-934C-6EE4-AF61-80AC95C27D4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E00BBB7-C061-46A2-BAC9-78211FBB70B0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181698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1" y="3885528"/>
            <a:ext cx="6400800" cy="1752664"/>
          </a:xfrm>
        </p:spPr>
        <p:txBody>
          <a:bodyPr/>
          <a:lstStyle>
            <a:lvl1pPr marL="0" indent="0" algn="ctr">
              <a:buNone/>
              <a:defRPr/>
            </a:lvl1pPr>
            <a:lvl2pPr marL="414640" indent="0" algn="ctr">
              <a:buNone/>
              <a:defRPr/>
            </a:lvl2pPr>
            <a:lvl3pPr marL="829280" indent="0" algn="ctr">
              <a:buNone/>
              <a:defRPr/>
            </a:lvl3pPr>
            <a:lvl4pPr marL="1243920" indent="0" algn="ctr">
              <a:buNone/>
              <a:defRPr/>
            </a:lvl4pPr>
            <a:lvl5pPr marL="1658560" indent="0" algn="ctr">
              <a:buNone/>
              <a:defRPr/>
            </a:lvl5pPr>
            <a:lvl6pPr marL="2073201" indent="0" algn="ctr">
              <a:buNone/>
              <a:defRPr/>
            </a:lvl6pPr>
            <a:lvl7pPr marL="2487841" indent="0" algn="ctr">
              <a:buNone/>
              <a:defRPr/>
            </a:lvl7pPr>
            <a:lvl8pPr marL="2902481" indent="0" algn="ctr">
              <a:buNone/>
              <a:defRPr/>
            </a:lvl8pPr>
            <a:lvl9pPr marL="3317121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356F2A-C38D-1106-A057-BC1AEE390CA2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8D76C7-BC21-EED7-D820-9CC298345F0A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82E29B-A519-019D-E118-2DFE1B8FD9FD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53651A-79C1-4F99-A507-12F9563E49C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787264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F6FE8D-E456-57B9-5129-F3532774607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9106C3-FE9E-982B-AC87-3F4859C29E20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62E477-0728-2109-41AB-E012E501FA53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939FD80-808E-437A-99E0-D4501322F66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754656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5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640" indent="0">
              <a:buNone/>
              <a:defRPr sz="1600"/>
            </a:lvl2pPr>
            <a:lvl3pPr marL="829280" indent="0">
              <a:buNone/>
              <a:defRPr sz="1500"/>
            </a:lvl3pPr>
            <a:lvl4pPr marL="1243920" indent="0">
              <a:buNone/>
              <a:defRPr sz="1300"/>
            </a:lvl4pPr>
            <a:lvl5pPr marL="1658560" indent="0">
              <a:buNone/>
              <a:defRPr sz="1300"/>
            </a:lvl5pPr>
            <a:lvl6pPr marL="2073201" indent="0">
              <a:buNone/>
              <a:defRPr sz="1300"/>
            </a:lvl6pPr>
            <a:lvl7pPr marL="2487841" indent="0">
              <a:buNone/>
              <a:defRPr sz="1300"/>
            </a:lvl7pPr>
            <a:lvl8pPr marL="2902481" indent="0">
              <a:buNone/>
              <a:defRPr sz="1300"/>
            </a:lvl8pPr>
            <a:lvl9pPr marL="3317121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16028-6A9E-1A50-80C4-5D79DA7E1A4C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F31907-DE84-BF1E-1735-87C559129A10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6B0899-1A3E-C846-928B-45ADC0E6C5D3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CDCA64D-7D45-47BA-824F-FDE2D771C4A5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0019840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2C5330F-9967-7928-6614-AD55C28AAF21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9527C319-FBF2-87E8-8A55-9894C1166315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3C40B51-3258-47FD-D69B-EB58A9CF65CC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6831E40-390F-48DF-85F9-5D6EBB728E67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8240437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75072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640" indent="0">
              <a:buNone/>
              <a:defRPr sz="1800" b="1"/>
            </a:lvl2pPr>
            <a:lvl3pPr marL="829280" indent="0">
              <a:buNone/>
              <a:defRPr sz="1600" b="1"/>
            </a:lvl3pPr>
            <a:lvl4pPr marL="1243920" indent="0">
              <a:buNone/>
              <a:defRPr sz="1500" b="1"/>
            </a:lvl4pPr>
            <a:lvl5pPr marL="1658560" indent="0">
              <a:buNone/>
              <a:defRPr sz="1500" b="1"/>
            </a:lvl5pPr>
            <a:lvl6pPr marL="2073201" indent="0">
              <a:buNone/>
              <a:defRPr sz="1500" b="1"/>
            </a:lvl6pPr>
            <a:lvl7pPr marL="2487841" indent="0">
              <a:buNone/>
              <a:defRPr sz="1500" b="1"/>
            </a:lvl7pPr>
            <a:lvl8pPr marL="2902481" indent="0">
              <a:buNone/>
              <a:defRPr sz="1500" b="1"/>
            </a:lvl8pPr>
            <a:lvl9pPr marL="3317121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640" indent="0">
              <a:buNone/>
              <a:defRPr sz="1800" b="1"/>
            </a:lvl2pPr>
            <a:lvl3pPr marL="829280" indent="0">
              <a:buNone/>
              <a:defRPr sz="1600" b="1"/>
            </a:lvl3pPr>
            <a:lvl4pPr marL="1243920" indent="0">
              <a:buNone/>
              <a:defRPr sz="1500" b="1"/>
            </a:lvl4pPr>
            <a:lvl5pPr marL="1658560" indent="0">
              <a:buNone/>
              <a:defRPr sz="1500" b="1"/>
            </a:lvl5pPr>
            <a:lvl6pPr marL="2073201" indent="0">
              <a:buNone/>
              <a:defRPr sz="1500" b="1"/>
            </a:lvl6pPr>
            <a:lvl7pPr marL="2487841" indent="0">
              <a:buNone/>
              <a:defRPr sz="1500" b="1"/>
            </a:lvl7pPr>
            <a:lvl8pPr marL="2902481" indent="0">
              <a:buNone/>
              <a:defRPr sz="1500" b="1"/>
            </a:lvl8pPr>
            <a:lvl9pPr marL="3317121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D528A145-0138-8ECA-ACBF-E0CAD6D660F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4071C916-C6EA-D547-35B8-C0DA63A9811F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AAFE1864-A344-E113-4667-2C8C79A7B3C2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047E3A-BA11-4462-A5C1-4A66390871E1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2362232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CFB91B0-AFF0-6C56-4383-F6CA4DAF0C7A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615266F-E16F-D4B2-CDBC-8C811219535D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5FC7A91-5D13-6261-AC1D-8317AB08D001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03E7A2-A93C-448D-AEED-A3CE3F6D480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2930238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A16D3136-7029-32B5-57DC-966442EE73B1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AE933E5-8281-870C-1D1E-7D30E1420885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E16CEF4E-EE54-0BD1-9A5A-B592EEA56FC7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6B3BF03-9AB2-45A6-9FA2-DB096B59862B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0849290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3" y="273631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3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640" indent="0">
              <a:buNone/>
              <a:defRPr sz="1100"/>
            </a:lvl2pPr>
            <a:lvl3pPr marL="829280" indent="0">
              <a:buNone/>
              <a:defRPr sz="900"/>
            </a:lvl3pPr>
            <a:lvl4pPr marL="1243920" indent="0">
              <a:buNone/>
              <a:defRPr sz="800"/>
            </a:lvl4pPr>
            <a:lvl5pPr marL="1658560" indent="0">
              <a:buNone/>
              <a:defRPr sz="800"/>
            </a:lvl5pPr>
            <a:lvl6pPr marL="2073201" indent="0">
              <a:buNone/>
              <a:defRPr sz="800"/>
            </a:lvl6pPr>
            <a:lvl7pPr marL="2487841" indent="0">
              <a:buNone/>
              <a:defRPr sz="800"/>
            </a:lvl7pPr>
            <a:lvl8pPr marL="2902481" indent="0">
              <a:buNone/>
              <a:defRPr sz="800"/>
            </a:lvl8pPr>
            <a:lvl9pPr marL="3317121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D00591C6-6EFD-F127-76CD-62D9FA6CFD7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C2B7FBAC-85A5-0AB4-456D-7680AEF9D1E6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234BE8EE-275B-EED9-6496-F349EAAF782C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F9FF21-D2B0-4D01-B48F-B459A9BC5D04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4898305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3" y="4800026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3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640" indent="0">
              <a:buNone/>
              <a:defRPr sz="2500"/>
            </a:lvl2pPr>
            <a:lvl3pPr marL="829280" indent="0">
              <a:buNone/>
              <a:defRPr sz="2200"/>
            </a:lvl3pPr>
            <a:lvl4pPr marL="1243920" indent="0">
              <a:buNone/>
              <a:defRPr sz="1800"/>
            </a:lvl4pPr>
            <a:lvl5pPr marL="1658560" indent="0">
              <a:buNone/>
              <a:defRPr sz="1800"/>
            </a:lvl5pPr>
            <a:lvl6pPr marL="2073201" indent="0">
              <a:buNone/>
              <a:defRPr sz="1800"/>
            </a:lvl6pPr>
            <a:lvl7pPr marL="2487841" indent="0">
              <a:buNone/>
              <a:defRPr sz="1800"/>
            </a:lvl7pPr>
            <a:lvl8pPr marL="2902481" indent="0">
              <a:buNone/>
              <a:defRPr sz="1800"/>
            </a:lvl8pPr>
            <a:lvl9pPr marL="3317121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3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640" indent="0">
              <a:buNone/>
              <a:defRPr sz="1100"/>
            </a:lvl2pPr>
            <a:lvl3pPr marL="829280" indent="0">
              <a:buNone/>
              <a:defRPr sz="900"/>
            </a:lvl3pPr>
            <a:lvl4pPr marL="1243920" indent="0">
              <a:buNone/>
              <a:defRPr sz="800"/>
            </a:lvl4pPr>
            <a:lvl5pPr marL="1658560" indent="0">
              <a:buNone/>
              <a:defRPr sz="800"/>
            </a:lvl5pPr>
            <a:lvl6pPr marL="2073201" indent="0">
              <a:buNone/>
              <a:defRPr sz="800"/>
            </a:lvl6pPr>
            <a:lvl7pPr marL="2487841" indent="0">
              <a:buNone/>
              <a:defRPr sz="800"/>
            </a:lvl7pPr>
            <a:lvl8pPr marL="2902481" indent="0">
              <a:buNone/>
              <a:defRPr sz="800"/>
            </a:lvl8pPr>
            <a:lvl9pPr marL="3317121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2301B96-5617-AC0D-626B-D0EA4706751B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BC30C6F5-1180-CE7A-D761-4FC6561094E4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F94A32B9-E01E-0107-FB34-2F5F698C35E4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0BC49E-E6C3-49E3-B206-BE3C64BA56B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7924511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CF1564-72FA-223C-7D4C-CCDBCCE785A7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6D772D-410A-8937-426F-66AB07450622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7AB56-90B4-5870-7ACF-6F1E96DEC8C9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E1B52F-9986-4A84-9FFF-9BBBB648890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3953582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5306958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5306958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6CF20-F791-D4D5-E515-494E04D94B3F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32BB0E-BCEA-17F6-357C-3F25634490C7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090921-338F-01DE-68B1-3A4E93C2D062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2E3503-A2B0-45C7-BEB2-5DD274299E2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4393278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1" y="3885528"/>
            <a:ext cx="6400800" cy="1752664"/>
          </a:xfrm>
        </p:spPr>
        <p:txBody>
          <a:bodyPr/>
          <a:lstStyle>
            <a:lvl1pPr marL="0" indent="0" algn="ctr">
              <a:buNone/>
              <a:defRPr/>
            </a:lvl1pPr>
            <a:lvl2pPr marL="414597" indent="0" algn="ctr">
              <a:buNone/>
              <a:defRPr/>
            </a:lvl2pPr>
            <a:lvl3pPr marL="829194" indent="0" algn="ctr">
              <a:buNone/>
              <a:defRPr/>
            </a:lvl3pPr>
            <a:lvl4pPr marL="1243791" indent="0" algn="ctr">
              <a:buNone/>
              <a:defRPr/>
            </a:lvl4pPr>
            <a:lvl5pPr marL="1658388" indent="0" algn="ctr">
              <a:buNone/>
              <a:defRPr/>
            </a:lvl5pPr>
            <a:lvl6pPr marL="2072986" indent="0" algn="ctr">
              <a:buNone/>
              <a:defRPr/>
            </a:lvl6pPr>
            <a:lvl7pPr marL="2487583" indent="0" algn="ctr">
              <a:buNone/>
              <a:defRPr/>
            </a:lvl7pPr>
            <a:lvl8pPr marL="2902180" indent="0" algn="ctr">
              <a:buNone/>
              <a:defRPr/>
            </a:lvl8pPr>
            <a:lvl9pPr marL="3316777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00412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882905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6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597" indent="0">
              <a:buNone/>
              <a:defRPr sz="1600"/>
            </a:lvl2pPr>
            <a:lvl3pPr marL="829194" indent="0">
              <a:buNone/>
              <a:defRPr sz="1500"/>
            </a:lvl3pPr>
            <a:lvl4pPr marL="1243791" indent="0">
              <a:buNone/>
              <a:defRPr sz="1300"/>
            </a:lvl4pPr>
            <a:lvl5pPr marL="1658388" indent="0">
              <a:buNone/>
              <a:defRPr sz="1300"/>
            </a:lvl5pPr>
            <a:lvl6pPr marL="2072986" indent="0">
              <a:buNone/>
              <a:defRPr sz="1300"/>
            </a:lvl6pPr>
            <a:lvl7pPr marL="2487583" indent="0">
              <a:buNone/>
              <a:defRPr sz="1300"/>
            </a:lvl7pPr>
            <a:lvl8pPr marL="2902180" indent="0">
              <a:buNone/>
              <a:defRPr sz="1300"/>
            </a:lvl8pPr>
            <a:lvl9pPr marL="3316777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683098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9941338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75073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597" indent="0">
              <a:buNone/>
              <a:defRPr sz="1800" b="1"/>
            </a:lvl2pPr>
            <a:lvl3pPr marL="829194" indent="0">
              <a:buNone/>
              <a:defRPr sz="1600" b="1"/>
            </a:lvl3pPr>
            <a:lvl4pPr marL="1243791" indent="0">
              <a:buNone/>
              <a:defRPr sz="1500" b="1"/>
            </a:lvl4pPr>
            <a:lvl5pPr marL="1658388" indent="0">
              <a:buNone/>
              <a:defRPr sz="1500" b="1"/>
            </a:lvl5pPr>
            <a:lvl6pPr marL="2072986" indent="0">
              <a:buNone/>
              <a:defRPr sz="1500" b="1"/>
            </a:lvl6pPr>
            <a:lvl7pPr marL="2487583" indent="0">
              <a:buNone/>
              <a:defRPr sz="1500" b="1"/>
            </a:lvl7pPr>
            <a:lvl8pPr marL="2902180" indent="0">
              <a:buNone/>
              <a:defRPr sz="1500" b="1"/>
            </a:lvl8pPr>
            <a:lvl9pPr marL="3316777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597" indent="0">
              <a:buNone/>
              <a:defRPr sz="1800" b="1"/>
            </a:lvl2pPr>
            <a:lvl3pPr marL="829194" indent="0">
              <a:buNone/>
              <a:defRPr sz="1600" b="1"/>
            </a:lvl3pPr>
            <a:lvl4pPr marL="1243791" indent="0">
              <a:buNone/>
              <a:defRPr sz="1500" b="1"/>
            </a:lvl4pPr>
            <a:lvl5pPr marL="1658388" indent="0">
              <a:buNone/>
              <a:defRPr sz="1500" b="1"/>
            </a:lvl5pPr>
            <a:lvl6pPr marL="2072986" indent="0">
              <a:buNone/>
              <a:defRPr sz="1500" b="1"/>
            </a:lvl6pPr>
            <a:lvl7pPr marL="2487583" indent="0">
              <a:buNone/>
              <a:defRPr sz="1500" b="1"/>
            </a:lvl7pPr>
            <a:lvl8pPr marL="2902180" indent="0">
              <a:buNone/>
              <a:defRPr sz="1500" b="1"/>
            </a:lvl8pPr>
            <a:lvl9pPr marL="3316777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517130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435976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12044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4" y="273632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4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597" indent="0">
              <a:buNone/>
              <a:defRPr sz="1100"/>
            </a:lvl2pPr>
            <a:lvl3pPr marL="829194" indent="0">
              <a:buNone/>
              <a:defRPr sz="900"/>
            </a:lvl3pPr>
            <a:lvl4pPr marL="1243791" indent="0">
              <a:buNone/>
              <a:defRPr sz="800"/>
            </a:lvl4pPr>
            <a:lvl5pPr marL="1658388" indent="0">
              <a:buNone/>
              <a:defRPr sz="800"/>
            </a:lvl5pPr>
            <a:lvl6pPr marL="2072986" indent="0">
              <a:buNone/>
              <a:defRPr sz="800"/>
            </a:lvl6pPr>
            <a:lvl7pPr marL="2487583" indent="0">
              <a:buNone/>
              <a:defRPr sz="800"/>
            </a:lvl7pPr>
            <a:lvl8pPr marL="2902180" indent="0">
              <a:buNone/>
              <a:defRPr sz="800"/>
            </a:lvl8pPr>
            <a:lvl9pPr marL="3316777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406130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4" y="4800026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4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597" indent="0">
              <a:buNone/>
              <a:defRPr sz="2500"/>
            </a:lvl2pPr>
            <a:lvl3pPr marL="829194" indent="0">
              <a:buNone/>
              <a:defRPr sz="2200"/>
            </a:lvl3pPr>
            <a:lvl4pPr marL="1243791" indent="0">
              <a:buNone/>
              <a:defRPr sz="1800"/>
            </a:lvl4pPr>
            <a:lvl5pPr marL="1658388" indent="0">
              <a:buNone/>
              <a:defRPr sz="1800"/>
            </a:lvl5pPr>
            <a:lvl6pPr marL="2072986" indent="0">
              <a:buNone/>
              <a:defRPr sz="1800"/>
            </a:lvl6pPr>
            <a:lvl7pPr marL="2487583" indent="0">
              <a:buNone/>
              <a:defRPr sz="1800"/>
            </a:lvl7pPr>
            <a:lvl8pPr marL="2902180" indent="0">
              <a:buNone/>
              <a:defRPr sz="1800"/>
            </a:lvl8pPr>
            <a:lvl9pPr marL="3316777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4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597" indent="0">
              <a:buNone/>
              <a:defRPr sz="1100"/>
            </a:lvl2pPr>
            <a:lvl3pPr marL="829194" indent="0">
              <a:buNone/>
              <a:defRPr sz="900"/>
            </a:lvl3pPr>
            <a:lvl4pPr marL="1243791" indent="0">
              <a:buNone/>
              <a:defRPr sz="800"/>
            </a:lvl4pPr>
            <a:lvl5pPr marL="1658388" indent="0">
              <a:buNone/>
              <a:defRPr sz="800"/>
            </a:lvl5pPr>
            <a:lvl6pPr marL="2072986" indent="0">
              <a:buNone/>
              <a:defRPr sz="800"/>
            </a:lvl6pPr>
            <a:lvl7pPr marL="2487583" indent="0">
              <a:buNone/>
              <a:defRPr sz="800"/>
            </a:lvl7pPr>
            <a:lvl8pPr marL="2902180" indent="0">
              <a:buNone/>
              <a:defRPr sz="800"/>
            </a:lvl8pPr>
            <a:lvl9pPr marL="3316777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77608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422501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5306958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5306958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6419276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6481" y="273629"/>
            <a:ext cx="8226720" cy="1143480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04242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>
            <a:extLst>
              <a:ext uri="{FF2B5EF4-FFF2-40B4-BE49-F238E27FC236}">
                <a16:creationId xmlns:a16="http://schemas.microsoft.com/office/drawing/2014/main" id="{03AE5DFF-D742-D82F-5D0A-612A2DBFB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86525"/>
            <a:ext cx="9144000" cy="28098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82945" tIns="41473" rIns="82945" bIns="41473" anchor="ctr"/>
          <a:lstStyle/>
          <a:p>
            <a:pPr>
              <a:defRPr/>
            </a:pPr>
            <a:endParaRPr lang="pt-PT">
              <a:latin typeface="Arial" charset="0"/>
              <a:ea typeface="ＭＳ Ｐゴシック" charset="0"/>
            </a:endParaRPr>
          </a:p>
        </p:txBody>
      </p:sp>
      <p:sp>
        <p:nvSpPr>
          <p:cNvPr id="1026" name="Rectangle 2">
            <a:extLst>
              <a:ext uri="{FF2B5EF4-FFF2-40B4-BE49-F238E27FC236}">
                <a16:creationId xmlns:a16="http://schemas.microsoft.com/office/drawing/2014/main" id="{546668DC-DC03-DCDE-24DA-171C90D309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9388" y="115888"/>
            <a:ext cx="7993062" cy="1144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9A12A68-445F-65DC-3986-E8A2B29327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412875"/>
            <a:ext cx="8856662" cy="496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B317E57-44B3-30BC-3E9C-3A2859FD13C4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7713663" y="6527800"/>
            <a:ext cx="971550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14338" algn="l"/>
                <a:tab pos="828675" algn="l"/>
              </a:tabLst>
              <a:defRPr sz="130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fld id="{B9B0676B-D560-46E0-AD84-1D4F366AE699}" type="slidenum">
              <a:rPr lang="en-US" altLang="pt-BR"/>
              <a:pPr/>
              <a:t>‹nº›</a:t>
            </a:fld>
            <a:endParaRPr lang="en-US" altLang="pt-BR"/>
          </a:p>
        </p:txBody>
      </p:sp>
      <p:sp>
        <p:nvSpPr>
          <p:cNvPr id="1030" name="Text Box 6">
            <a:extLst>
              <a:ext uri="{FF2B5EF4-FFF2-40B4-BE49-F238E27FC236}">
                <a16:creationId xmlns:a16="http://schemas.microsoft.com/office/drawing/2014/main" id="{7A29FCB0-AADC-5721-DD7D-4A1C251F1F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527800"/>
            <a:ext cx="7132638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12903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>
              <a:lnSpc>
                <a:spcPct val="92000"/>
              </a:lnSpc>
              <a:defRPr/>
            </a:pPr>
            <a:endParaRPr lang="en-US" sz="1300">
              <a:solidFill>
                <a:srgbClr val="FFFFFF"/>
              </a:solidFill>
              <a:latin typeface="Times New Roman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27E76F15-F59E-2C06-4C22-16F286000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499225"/>
            <a:ext cx="5356225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lIns="0" tIns="0" rIns="0" bIns="0" anchor="ctr"/>
          <a:lstStyle>
            <a:lvl1pPr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2000"/>
              </a:lnSpc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IFBA  – João Guedes de Brito </a:t>
            </a:r>
            <a:r>
              <a:rPr lang="mr-IN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–</a:t>
            </a: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 joaoguedesdebrito@gmail.com</a:t>
            </a:r>
          </a:p>
        </p:txBody>
      </p:sp>
      <p:pic>
        <p:nvPicPr>
          <p:cNvPr id="1032" name="Picture 1">
            <a:extLst>
              <a:ext uri="{FF2B5EF4-FFF2-40B4-BE49-F238E27FC236}">
                <a16:creationId xmlns:a16="http://schemas.microsoft.com/office/drawing/2014/main" id="{65031232-80EB-9970-CA16-032D558D7850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88" y="188913"/>
            <a:ext cx="822325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1" r:id="rId1"/>
    <p:sldLayoutId id="2147485336" r:id="rId2"/>
    <p:sldLayoutId id="2147485337" r:id="rId3"/>
    <p:sldLayoutId id="2147485338" r:id="rId4"/>
    <p:sldLayoutId id="2147485339" r:id="rId5"/>
    <p:sldLayoutId id="2147485340" r:id="rId6"/>
    <p:sldLayoutId id="2147485341" r:id="rId7"/>
    <p:sldLayoutId id="2147485342" r:id="rId8"/>
    <p:sldLayoutId id="2147485343" r:id="rId9"/>
    <p:sldLayoutId id="2147485344" r:id="rId10"/>
    <p:sldLayoutId id="2147485345" r:id="rId11"/>
    <p:sldLayoutId id="2147485372" r:id="rId12"/>
    <p:sldLayoutId id="2147485346" r:id="rId13"/>
    <p:sldLayoutId id="2147485347" r:id="rId14"/>
  </p:sldLayoutIdLst>
  <p:hf hdr="0" ftr="0" dt="0"/>
  <p:txStyles>
    <p:titleStyle>
      <a:lvl1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2pPr>
      <a:lvl3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3pPr>
      <a:lvl4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4pPr>
      <a:lvl5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5pPr>
      <a:lvl6pPr marL="2280994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6pPr>
      <a:lvl7pPr marL="2695720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7pPr>
      <a:lvl8pPr marL="3110446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8pPr>
      <a:lvl9pPr marL="3525172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9pPr>
    </p:titleStyle>
    <p:bodyStyle>
      <a:lvl1pPr marL="414338" indent="-414338" algn="l" defTabSz="414338" rtl="0" eaLnBrk="0" fontAlgn="base" hangingPunct="0">
        <a:lnSpc>
          <a:spcPct val="111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Arial" panose="020B0604020202020204" pitchFamily="34" charset="0"/>
        <a:buChar char="•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782638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122363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536700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968500" indent="-309563" algn="l" defTabSz="414338" rtl="0" eaLnBrk="0" fontAlgn="base" hangingPunct="0">
        <a:lnSpc>
          <a:spcPct val="111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Arial" panose="020B0604020202020204" pitchFamily="34" charset="0"/>
        <a:buChar char="•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994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720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10446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5172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726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452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4178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904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631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8357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3083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809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>
            <a:extLst>
              <a:ext uri="{FF2B5EF4-FFF2-40B4-BE49-F238E27FC236}">
                <a16:creationId xmlns:a16="http://schemas.microsoft.com/office/drawing/2014/main" id="{6DBD43BC-A6CC-A68B-BE00-CFD1777C89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6425" cy="1144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20351E43-94EB-223B-9609-51AEA52573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6425" cy="397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25802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outline text format</a:t>
            </a:r>
          </a:p>
          <a:p>
            <a:pPr lvl="1"/>
            <a:r>
              <a:rPr lang="en-GB"/>
              <a:t>Second Outline Level</a:t>
            </a:r>
          </a:p>
          <a:p>
            <a:pPr lvl="2"/>
            <a:r>
              <a:rPr lang="en-GB"/>
              <a:t>Third Outline Level</a:t>
            </a:r>
          </a:p>
          <a:p>
            <a:pPr lvl="3"/>
            <a:r>
              <a:rPr lang="en-GB"/>
              <a:t>Fourth Outline Level</a:t>
            </a:r>
          </a:p>
          <a:p>
            <a:pPr lvl="4"/>
            <a:r>
              <a:rPr lang="en-GB"/>
              <a:t>Fifth Outline Level</a:t>
            </a:r>
          </a:p>
          <a:p>
            <a:pPr lvl="4"/>
            <a:r>
              <a:rPr lang="en-GB"/>
              <a:t>Sixth Outline Level</a:t>
            </a:r>
          </a:p>
          <a:p>
            <a:pPr lvl="4"/>
            <a:r>
              <a:rPr lang="en-GB"/>
              <a:t>Seventh Outline Level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5AE972-92EA-D82F-8355-4E4E2581050D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457200" y="6246813"/>
            <a:ext cx="2127250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14683" algn="l"/>
                <a:tab pos="829366" algn="l"/>
                <a:tab pos="1244049" algn="l"/>
                <a:tab pos="1658732" algn="l"/>
                <a:tab pos="2073416" algn="l"/>
              </a:tabLst>
              <a:defRPr sz="1300">
                <a:solidFill>
                  <a:srgbClr val="000000"/>
                </a:solidFill>
                <a:latin typeface="Times New Roman" charset="0"/>
                <a:ea typeface="ＭＳ Ｐゴシック" charset="0"/>
                <a:cs typeface="DejaVu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7A65541F-7D69-A220-2E96-463B0511505E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3127375" y="6246813"/>
            <a:ext cx="2897188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2000"/>
              </a:lnSpc>
              <a:tabLst>
                <a:tab pos="414683" algn="l"/>
                <a:tab pos="829366" algn="l"/>
                <a:tab pos="1244049" algn="l"/>
                <a:tab pos="1658732" algn="l"/>
                <a:tab pos="2073416" algn="l"/>
                <a:tab pos="2488099" algn="l"/>
              </a:tabLst>
              <a:defRPr sz="1300">
                <a:solidFill>
                  <a:srgbClr val="000000"/>
                </a:solidFill>
                <a:latin typeface="Times New Roman" charset="0"/>
                <a:ea typeface="ＭＳ Ｐゴシック" charset="0"/>
                <a:cs typeface="DejaVu Sans" charset="0"/>
              </a:defRPr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FD851621-FDDA-9169-9DE3-E81BDFFE03A8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6556375" y="6246813"/>
            <a:ext cx="2128838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14338" algn="l"/>
                <a:tab pos="828675" algn="l"/>
                <a:tab pos="1243013" algn="l"/>
                <a:tab pos="1657350" algn="l"/>
                <a:tab pos="2073275" algn="l"/>
              </a:tabLst>
              <a:defRPr sz="13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fld id="{C2533BEB-EC20-4D27-AB8A-CF1F95A32F8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348" r:id="rId1"/>
    <p:sldLayoutId id="2147485349" r:id="rId2"/>
    <p:sldLayoutId id="2147485350" r:id="rId3"/>
    <p:sldLayoutId id="2147485351" r:id="rId4"/>
    <p:sldLayoutId id="2147485352" r:id="rId5"/>
    <p:sldLayoutId id="2147485353" r:id="rId6"/>
    <p:sldLayoutId id="2147485354" r:id="rId7"/>
    <p:sldLayoutId id="2147485355" r:id="rId8"/>
    <p:sldLayoutId id="2147485356" r:id="rId9"/>
    <p:sldLayoutId id="2147485357" r:id="rId10"/>
    <p:sldLayoutId id="2147485358" r:id="rId11"/>
  </p:sldLayoutIdLst>
  <p:hf hdr="0" dt="0"/>
  <p:txStyles>
    <p:titleStyle>
      <a:lvl1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2pPr>
      <a:lvl3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3pPr>
      <a:lvl4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4pPr>
      <a:lvl5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5pPr>
      <a:lvl6pPr marL="2280758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6pPr>
      <a:lvl7pPr marL="2695440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7pPr>
      <a:lvl8pPr marL="3110124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8pPr>
      <a:lvl9pPr marL="3524806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9pPr>
    </p:titleStyle>
    <p:bodyStyle>
      <a:lvl1pPr marL="309563" indent="-309563" algn="l" defTabSz="414338" rtl="0" eaLnBrk="0" fontAlgn="base" hangingPunct="0">
        <a:lnSpc>
          <a:spcPct val="93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673100" indent="-258763" algn="l" defTabSz="414338" rtl="0" eaLnBrk="0" fontAlgn="base" hangingPunct="0">
        <a:lnSpc>
          <a:spcPct val="93000"/>
        </a:lnSpc>
        <a:spcBef>
          <a:spcPts val="103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036638" indent="-206375" algn="l" defTabSz="414338" rtl="0" eaLnBrk="0" fontAlgn="base" hangingPunct="0">
        <a:lnSpc>
          <a:spcPct val="93000"/>
        </a:lnSpc>
        <a:spcBef>
          <a:spcPts val="7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450975" indent="-206375" algn="l" defTabSz="414338" rtl="0" eaLnBrk="0" fontAlgn="base" hangingPunct="0">
        <a:lnSpc>
          <a:spcPct val="93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865313" indent="-206375" algn="l" defTabSz="414338" rtl="0" eaLnBrk="0" fontAlgn="base" hangingPunct="0">
        <a:lnSpc>
          <a:spcPct val="93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758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440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10124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4806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683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366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4049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732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416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8099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2782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465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4B253AE9-94E9-D544-E806-479B63294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6425" cy="1144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358C97E-B0C9-6BED-521A-BCDFE75548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6425" cy="397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2580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outline text format</a:t>
            </a:r>
          </a:p>
          <a:p>
            <a:pPr lvl="1"/>
            <a:r>
              <a:rPr lang="en-GB"/>
              <a:t>Second Outline Level</a:t>
            </a:r>
          </a:p>
          <a:p>
            <a:pPr lvl="2"/>
            <a:r>
              <a:rPr lang="en-GB"/>
              <a:t>Third Outline Level</a:t>
            </a:r>
          </a:p>
          <a:p>
            <a:pPr lvl="3"/>
            <a:r>
              <a:rPr lang="en-GB"/>
              <a:t>Fourth Outline Level</a:t>
            </a:r>
          </a:p>
          <a:p>
            <a:pPr lvl="4"/>
            <a:r>
              <a:rPr lang="en-GB"/>
              <a:t>Fifth Outline Level</a:t>
            </a:r>
          </a:p>
          <a:p>
            <a:pPr lvl="4"/>
            <a:r>
              <a:rPr lang="en-GB"/>
              <a:t>Sixth Outline Level</a:t>
            </a:r>
          </a:p>
          <a:p>
            <a:pPr lvl="4"/>
            <a:r>
              <a:rPr lang="en-GB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359" r:id="rId1"/>
    <p:sldLayoutId id="2147485360" r:id="rId2"/>
    <p:sldLayoutId id="2147485361" r:id="rId3"/>
    <p:sldLayoutId id="2147485362" r:id="rId4"/>
    <p:sldLayoutId id="2147485363" r:id="rId5"/>
    <p:sldLayoutId id="2147485364" r:id="rId6"/>
    <p:sldLayoutId id="2147485365" r:id="rId7"/>
    <p:sldLayoutId id="2147485366" r:id="rId8"/>
    <p:sldLayoutId id="2147485367" r:id="rId9"/>
    <p:sldLayoutId id="2147485368" r:id="rId10"/>
    <p:sldLayoutId id="2147485369" r:id="rId11"/>
    <p:sldLayoutId id="2147485370" r:id="rId12"/>
  </p:sldLayoutIdLst>
  <p:hf hdr="0" dt="0"/>
  <p:txStyles>
    <p:titleStyle>
      <a:lvl1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2pPr>
      <a:lvl3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3pPr>
      <a:lvl4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4pPr>
      <a:lvl5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5pPr>
      <a:lvl6pPr marL="2280522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6pPr>
      <a:lvl7pPr marL="2695161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7pPr>
      <a:lvl8pPr marL="3109802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8pPr>
      <a:lvl9pPr marL="3524441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9pPr>
    </p:titleStyle>
    <p:bodyStyle>
      <a:lvl1pPr marL="309563" indent="-309563" algn="l" defTabSz="414338" rtl="0" eaLnBrk="0" fontAlgn="base" hangingPunct="0">
        <a:lnSpc>
          <a:spcPct val="93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673100" indent="-258763" algn="l" defTabSz="414338" rtl="0" eaLnBrk="0" fontAlgn="base" hangingPunct="0">
        <a:lnSpc>
          <a:spcPct val="93000"/>
        </a:lnSpc>
        <a:spcBef>
          <a:spcPts val="103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035050" indent="-206375" algn="l" defTabSz="414338" rtl="0" eaLnBrk="0" fontAlgn="base" hangingPunct="0">
        <a:lnSpc>
          <a:spcPct val="93000"/>
        </a:lnSpc>
        <a:spcBef>
          <a:spcPts val="7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450975" indent="-206375" algn="l" defTabSz="414338" rtl="0" eaLnBrk="0" fontAlgn="base" hangingPunct="0">
        <a:lnSpc>
          <a:spcPct val="93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865313" indent="-206375" algn="l" defTabSz="414338" rtl="0" eaLnBrk="0" fontAlgn="base" hangingPunct="0">
        <a:lnSpc>
          <a:spcPct val="93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522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161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09802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4441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64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28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392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56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20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784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248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12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2">
            <a:extLst>
              <a:ext uri="{FF2B5EF4-FFF2-40B4-BE49-F238E27FC236}">
                <a16:creationId xmlns:a16="http://schemas.microsoft.com/office/drawing/2014/main" id="{472BA3A6-FE31-EE1C-480E-E9B7F3B618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" y="1768475"/>
            <a:ext cx="9070975" cy="127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lnSpc>
                <a:spcPct val="111000"/>
              </a:lnSpc>
            </a:pPr>
            <a:r>
              <a:rPr lang="pt-BR" altLang="pt-BR" sz="5400">
                <a:solidFill>
                  <a:srgbClr val="000000"/>
                </a:solidFill>
                <a:latin typeface="Oswald Regular" pitchFamily="6" charset="0"/>
              </a:rPr>
              <a:t>Trabalhos Relacionados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29FCD1F7-87F7-A831-462F-C02D2D39C7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5" y="3497263"/>
            <a:ext cx="9070975" cy="1300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>
              <a:lnSpc>
                <a:spcPct val="111000"/>
              </a:lnSpc>
              <a:defRPr/>
            </a:pPr>
            <a:r>
              <a:rPr lang="pt-BR" sz="3200" dirty="0">
                <a:latin typeface="Titillium Web" charset="0"/>
              </a:rPr>
              <a:t>Sistema Autônomo de Autenticação Inteligente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>
                <a:latin typeface="Titillium Web" charset="0"/>
              </a:rPr>
              <a:t>Discente: João Guedes de Brito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 err="1">
                <a:latin typeface="Titillium Web" charset="0"/>
              </a:rPr>
              <a:t>Orientador: Prof. Cleber Jorge Lira de Santana</a:t>
            </a:r>
            <a:endParaRPr lang="pt-BR" sz="2300" dirty="0">
              <a:latin typeface="Titillium Web" charset="0"/>
            </a:endParaRPr>
          </a:p>
        </p:txBody>
      </p:sp>
      <p:pic>
        <p:nvPicPr>
          <p:cNvPr id="30723" name="Picture 1">
            <a:extLst>
              <a:ext uri="{FF2B5EF4-FFF2-40B4-BE49-F238E27FC236}">
                <a16:creationId xmlns:a16="http://schemas.microsoft.com/office/drawing/2014/main" id="{E0F91B4D-91A1-2795-58E5-504A50B230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941888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Contexto e Objetivo da Revisão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</a:t>
            </a:fld>
            <a:endParaRPr lang="pt-BR"/>
          </a:p>
        </p:txBody>
      </p:sp>
      <p:sp>
        <p:nvSpPr>
          <p:cNvPr id="10" name="intro"/>
          <p:cNvSpPr txBox="1"/>
          <p:nvPr/>
        </p:nvSpPr>
        <p:spPr>
          <a:xfrm>
            <a:off x="179388" y="1410000"/>
            <a:ext cx="8856662" cy="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300" b="0" dirty="0">
                <a:solidFill>
                  <a:srgbClr val="333333"/>
                </a:solidFill>
                <a:latin typeface="Titillium Web"/>
              </a:rPr>
              <a:t>Esta revisão prioriza o estado da arte recente (2020-2025) em autenticação baseada no COMPORTAMENTO do usuário, complementado por bases seminais e por projetos da indústria brasileira.</a:t>
            </a:r>
          </a:p>
        </p:txBody>
      </p:sp>
      <p:sp>
        <p:nvSpPr>
          <p:cNvPr id="11" name="metod"/>
          <p:cNvSpPr txBox="1"/>
          <p:nvPr/>
        </p:nvSpPr>
        <p:spPr>
          <a:xfrm>
            <a:off x="179388" y="2420000"/>
            <a:ext cx="8856662" cy="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Metodologia: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 busca em IEEE Xplore, ACM DL e Google Scholar (2020-2025) por termos de autenticação comportamental, biometria de digitação, RBA e XAI; priorizados trabalhos com avaliação experimental (EER/AUC) e os projetos de maior relevância no mercado brasileiro.</a:t>
            </a:r>
          </a:p>
        </p:txBody>
      </p:sp>
      <p:sp>
        <p:nvSpPr>
          <p:cNvPr id="20" name="pb"/>
          <p:cNvSpPr/>
          <p:nvPr/>
        </p:nvSpPr>
        <p:spPr>
          <a:xfrm>
            <a:off x="179388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1" name="pt"/>
          <p:cNvSpPr txBox="1"/>
          <p:nvPr/>
        </p:nvSpPr>
        <p:spPr>
          <a:xfrm>
            <a:off x="349388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ML &amp; Anomalias</a:t>
            </a:r>
          </a:p>
        </p:txBody>
      </p:sp>
      <p:sp>
        <p:nvSpPr>
          <p:cNvPr id="22" name="pbb"/>
          <p:cNvSpPr txBox="1"/>
          <p:nvPr/>
        </p:nvSpPr>
        <p:spPr>
          <a:xfrm>
            <a:off x="349388" y="3990000"/>
            <a:ext cx="2452000" cy="22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Isolation Forest (40%)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Random Forest (30%)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Deep Learning (30%)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Score unificado 0,0-1,0</a:t>
            </a:r>
          </a:p>
        </p:txBody>
      </p:sp>
      <p:sp>
        <p:nvSpPr>
          <p:cNvPr id="23" name="pb"/>
          <p:cNvSpPr/>
          <p:nvPr/>
        </p:nvSpPr>
        <p:spPr>
          <a:xfrm>
            <a:off x="3172462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4" name="pt"/>
          <p:cNvSpPr txBox="1"/>
          <p:nvPr/>
        </p:nvSpPr>
        <p:spPr>
          <a:xfrm>
            <a:off x="3342462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Biometria &amp; Contexto</a:t>
            </a:r>
          </a:p>
        </p:txBody>
      </p:sp>
      <p:sp>
        <p:nvSpPr>
          <p:cNvPr id="25" name="pbb"/>
          <p:cNvSpPr txBox="1"/>
          <p:nvPr/>
        </p:nvSpPr>
        <p:spPr>
          <a:xfrm>
            <a:off x="3342462" y="3990000"/>
            <a:ext cx="2452000" cy="22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Dinâmica de digitação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Geolocalização por IP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Análise de sessão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Deriva comportamental</a:t>
            </a:r>
          </a:p>
        </p:txBody>
      </p:sp>
      <p:sp>
        <p:nvSpPr>
          <p:cNvPr id="26" name="pb"/>
          <p:cNvSpPr/>
          <p:nvPr/>
        </p:nvSpPr>
        <p:spPr>
          <a:xfrm>
            <a:off x="6165536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7" name="pt"/>
          <p:cNvSpPr txBox="1"/>
          <p:nvPr/>
        </p:nvSpPr>
        <p:spPr>
          <a:xfrm>
            <a:off x="6335536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Blockchain &amp; XAI</a:t>
            </a:r>
          </a:p>
        </p:txBody>
      </p:sp>
      <p:sp>
        <p:nvSpPr>
          <p:cNvPr id="28" name="pbb"/>
          <p:cNvSpPr txBox="1"/>
          <p:nvPr/>
        </p:nvSpPr>
        <p:spPr>
          <a:xfrm>
            <a:off x="6335536" y="3990000"/>
            <a:ext cx="2452000" cy="22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Hyperledger Fabric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Ethereum (Web3j)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Auditoria imutável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Explicabilidade (SHAP)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Legenda — Siglas e Abreviações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2</a:t>
            </a:fld>
            <a:endParaRPr lang="pt-BR"/>
          </a:p>
        </p:txBody>
      </p:sp>
      <p:sp>
        <p:nvSpPr>
          <p:cNvPr id="10" name="cA"/>
          <p:cNvSpPr txBox="1"/>
          <p:nvPr/>
        </p:nvSpPr>
        <p:spPr>
          <a:xfrm>
            <a:off x="179388" y="1430000"/>
            <a:ext cx="2810000" cy="4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IA &amp; Aprendizado de Máquina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ML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Machine Learning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DL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Deep Learning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LSTM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rede neural recorrente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CNN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rede neural convolucional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iForest/IF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Isolation Forest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RF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Random Forest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Explicabilidade &amp; Segurança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XAI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IA Explicável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SHAP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SHapley Additive exPlanations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LIME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Local Interpretable Model-agnostic Expl.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IDS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Intrusion Detection System</a:t>
            </a:r>
          </a:p>
        </p:txBody>
      </p:sp>
      <p:sp>
        <p:nvSpPr>
          <p:cNvPr id="11" name="cB"/>
          <p:cNvSpPr txBox="1"/>
          <p:nvPr/>
        </p:nvSpPr>
        <p:spPr>
          <a:xfrm>
            <a:off x="3172462" y="1430000"/>
            <a:ext cx="2810000" cy="4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Métricas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EER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Equal Error Rate (menor = melhor)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AUC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área sob a curva ROC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Autenticação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RBA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Risk-Based Authentication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MFA/2FA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autenticação multifator / 2 etapas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KYC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Know Your Customer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OCR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Reconhecimento Óptico de Caracteres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RTT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Round-Trip Time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IP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Internet Protocol</a:t>
            </a:r>
          </a:p>
        </p:txBody>
      </p:sp>
      <p:sp>
        <p:nvSpPr>
          <p:cNvPr id="12" name="cC"/>
          <p:cNvSpPr txBox="1"/>
          <p:nvPr/>
        </p:nvSpPr>
        <p:spPr>
          <a:xfrm>
            <a:off x="6165536" y="1430000"/>
            <a:ext cx="2810000" cy="49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Datasets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Aalto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base de digitação de larga escala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CMU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benchmark de keystroke (Carnegie Mellon)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NSL-KDD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dataset de detecção de intrusão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Veículos &amp; Órgãos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TBIOM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T. Biometrics, Behavior &amp; Identity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TOPS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ACM T. on Privacy and Security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TIFS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T. Information Forensics &amp; Security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ICDM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Int. Conf. on Data Mining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DSN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Dependable Systems and Networks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FC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Financial Cryptography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CSUR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ACM Computing Surveys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NIST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Nat. Institute of Standards and Tech.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INPI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Inst. Nacional da Propriedade Industrial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O Comportamento como Vetor de Segurança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3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NIST Zero Trust (2020) · Surveys de Biometria Comportamental (2021-2024)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NIST SP 800-207 — Zero Trust (2020):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estabelece a verificação CONTÍNUA no lugar da confiança de perímetro; a política de acesso é DINÂMICA e considera atributos comportamentais (padrões de uso e desvios) a cada requisição.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 err="1">
                <a:solidFill>
                  <a:srgbClr val="2D2DB9"/>
                </a:solidFill>
                <a:latin typeface="Titillium Web"/>
              </a:rPr>
              <a:t>Surveys</a:t>
            </a: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 (Stylios et al., 2021; Abuhamad et al., 2021):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consolidam a autenticação CONTÍNUA por comportamento — digitação, toque, marcha, mouse — com modelos ML/DL avaliados por EER e AUC sobre 140+ abordagens.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Mouse Dynamics Survey (ACM CSUR,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sinais comportamentais são difíceis de falsificar e reforçam a segurança de sistemas existentes, adequados ao monitoramento contínuo e não-intrusivo.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adota o comportamento como EIXO CENTRAL de segurança: em vez de validar a identidade apenas no login, monitora 14 sinais comportamentais e contextuais (digitação, geolocalização, dispositivo, horário, navegação) e recalcula o nível de confiança a cada interação — materializando a verificação contínua do Zero Trust.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Biometria de Digitação (Keystroke)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4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TypeNet (2022) · TypeFormer (2024) · base: Killourhy &amp; Maxion (2009) · unico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TypeNet (Acien et al., IEEE TBIOM 2022):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rede Siamese LSTM para digitação livre, treinada nas bases Aalto com 168.000 sujeitos; EER de 2,2% no desktop (5 sequências) e escala para 100.000 usuários — estado da arte em larga escala.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 err="1">
                <a:solidFill>
                  <a:srgbClr val="2D2DB9"/>
                </a:solidFill>
                <a:latin typeface="Titillium Web"/>
              </a:rPr>
              <a:t>TypeFormer</a:t>
            </a: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 (Stragapede et al.,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arquitetura Transformer (módulos temporal e de canal, self-attention) para digitação livre em mobile; supera LSTM com EER de 3,25% usando 5 sessões de enrollment.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Base e indústria: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Killourhy &amp; Maxion (2009) definiram o benchmark CMU (EER ~9,6%); a unico aplica biometria FACIAL (CNN) — precisa, porém one-shot, validada só na entrada.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usa a digitação como sinal comportamental, mas — diferente do TypeNet/TypeFormer, que avaliam offline um único traço — a integra a 14 features de contexto, a um ensemble de 3 modelos e à decisão CONTÍNUA na web, com cada veredito auditável em blockchain e explicável via SHAP.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Autenticação Adaptativa e Risk-Based (RBA)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5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Wiefling et al. (2023, 2021) · gov.br / Serpro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Wiefling et al. (ACM TOPS 2023):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primeira análise de longo prazo de RBA em serviço real de larga escala — 3,3 milhões de usuários e 31,3 milhões de logins. Propõe ML para otimizar a configuração e o round-trip time (RTT) como alternativa ao IP.</a:t>
            </a:r>
          </a:p>
          <a:p>
            <a:pPr algn="l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Wiefling et al. (FC 2021):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estudo de 1,8 ano com 780 usuários e 247 features; o RBA precisa ser ajustado por serviço — pequenas mudanças afetam fortemente segurança e usabilidade.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gov.br / Serpro: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maior identidade digital pública (115M+ usuários), com 2FA e 3 níveis FIXOS (bronze/prata/ouro) definidos pelo serviço — não pelo comportamento.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 algn="just">
              <a:buNone/>
            </a:pPr>
            <a:endParaRPr lang="pt-BR" dirty="0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implementa o RBA de forma ABERTA e explicável: recalcula um SCORE CONTÍNUO (0,0-1,0) a partir de 14 sinais (não só o IP), escalona a resposta em 4 níveis (permitir/MFA/MFA+alerta/bloquear) e registra cada decisão em blockchain — endereçando a opacidade apontada por Wiefling.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KYC, Antifraude e Orquestração (Indústria)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6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idwall (2016) · CAF — Combate à Fraude (2019)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idwall: </a:t>
            </a: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plataforma de identidade com pipeline de ML — OCR para extração documental, validação documental e biométrica e background check, com laboratório de antifraude. Atua na ENTRADA (onboarding / KYC).</a:t>
            </a:r>
          </a:p>
          <a:p>
            <a:pPr algn="l">
              <a:spcAft>
                <a:spcPts val="450"/>
              </a:spcAft>
              <a:buNone/>
            </a:pPr>
            <a:endParaRPr lang="pt-BR" sz="12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CAF — Combate à Fraude: </a:t>
            </a: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orquestração de identidade combinando documentoscopia, biometria facial e IA, com foco em fraude transacional e enriquecimento por API judicial.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Ambas são robustas na verificação de entrada, mas operam como caixa-preta e encerram a análise após o onboarding. A proposta atua DURANTE a sessão (autenticação contínua), com ensemble EXPLICÁVEL via SHAP, detecção de DERIVA comportamental e trilha imutável em blockchain — além de ser aberta e reprodutível.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Detecção de Anomalias e Explicabilidade (XAI)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7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Ismail et al. (2024) · Capuano et al. — Survey XAI (2022) · bases: iForest (2008), SHAP (2017)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Ismail et al. (PeerJ CS,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detecção de anomalias one-class para keystroke no benchmark CMU (51 sujeitos), comparando 15 técnicas. O Isolation Forest obtém EER de 8,59% (AUC 96,55%) e o melhor (HBOS) EER de 5,97%.</a:t>
            </a:r>
          </a:p>
          <a:p>
            <a:pPr algn="l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Capuano et al. (IEEE Access, 2022):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survey de XAI em cibersegurança (300+ trabalhos) que identifica SHAP e LIME como métodos model-agnostic predominantes, distinguindo explicações locais e globais.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Bases: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Isolation Forest (Liu et al., 2008) e SHAP (Lundberg &amp; Lee, 2017) fundamentam a detecção de anomalias e a explicabilidade.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orquestra o Isolation Forest (peso 40%) com Random Forest e Deep Learning num score único e aplica o SHAP à AUTENTICAÇÃO por login — não à intrusão de rede —, persistindo a explicação em blockchain. Converte técnicas isoladas em um pipeline integrado e auditável.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Pesquisa no INPI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8</a:t>
            </a:fld>
            <a:endParaRPr lang="pt-BR"/>
          </a:p>
        </p:txBody>
      </p:sp>
      <p:sp>
        <p:nvSpPr>
          <p:cNvPr id="10" name="L"/>
          <p:cNvSpPr/>
          <p:nvPr/>
        </p:nvSpPr>
        <p:spPr>
          <a:xfrm>
            <a:off x="179388" y="1430000"/>
            <a:ext cx="4250000" cy="25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Lt"/>
          <p:cNvSpPr txBox="1"/>
          <p:nvPr/>
        </p:nvSpPr>
        <p:spPr>
          <a:xfrm>
            <a:off x="349388" y="1500000"/>
            <a:ext cx="391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Resultados da Busca</a:t>
            </a:r>
          </a:p>
        </p:txBody>
      </p:sp>
      <p:sp>
        <p:nvSpPr>
          <p:cNvPr id="12" name="Lb"/>
          <p:cNvSpPr txBox="1"/>
          <p:nvPr/>
        </p:nvSpPr>
        <p:spPr>
          <a:xfrm>
            <a:off x="349388" y="1880000"/>
            <a:ext cx="3910000" cy="20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~47 pedidos de patentes ligados a blockchain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Nenhum combina todos os elementos da proposta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Sem biometria comportamental + ML + blockchain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Patentes da unico em biometria facial</a:t>
            </a:r>
          </a:p>
        </p:txBody>
      </p:sp>
      <p:sp>
        <p:nvSpPr>
          <p:cNvPr id="13" name="R"/>
          <p:cNvSpPr/>
          <p:nvPr/>
        </p:nvSpPr>
        <p:spPr>
          <a:xfrm>
            <a:off x="4786050" y="1430000"/>
            <a:ext cx="4250000" cy="25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4" name="Rt"/>
          <p:cNvSpPr txBox="1"/>
          <p:nvPr/>
        </p:nvSpPr>
        <p:spPr>
          <a:xfrm>
            <a:off x="4956050" y="1500000"/>
            <a:ext cx="391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Diretrizes de IA no INPI (2025)</a:t>
            </a:r>
          </a:p>
        </p:txBody>
      </p:sp>
      <p:sp>
        <p:nvSpPr>
          <p:cNvPr id="15" name="Rb"/>
          <p:cNvSpPr txBox="1"/>
          <p:nvPr/>
        </p:nvSpPr>
        <p:spPr>
          <a:xfrm>
            <a:off x="4956050" y="1880000"/>
            <a:ext cx="3910000" cy="20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Consulta pública sobre patentes de IA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Modelos e invenções baseadas/assistidas por IA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Amadurecimento regulatório para proteção futura</a:t>
            </a:r>
          </a:p>
        </p:txBody>
      </p:sp>
      <p:sp>
        <p:nvSpPr>
          <p:cNvPr id="16" name="rel"/>
          <p:cNvSpPr/>
          <p:nvPr/>
        </p:nvSpPr>
        <p:spPr>
          <a:xfrm>
            <a:off x="179388" y="4120000"/>
            <a:ext cx="8856662" cy="227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7" name="rl"/>
          <p:cNvSpPr txBox="1"/>
          <p:nvPr/>
        </p:nvSpPr>
        <p:spPr>
          <a:xfrm>
            <a:off x="400000" y="4190000"/>
            <a:ext cx="842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Proposta</a:t>
            </a:r>
          </a:p>
        </p:txBody>
      </p:sp>
      <p:sp>
        <p:nvSpPr>
          <p:cNvPr id="18" name="rt"/>
          <p:cNvSpPr txBox="1"/>
          <p:nvPr/>
        </p:nvSpPr>
        <p:spPr>
          <a:xfrm>
            <a:off x="400000" y="4560000"/>
            <a:ext cx="8420000" cy="17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A ausência de patentes que integrem autenticação adaptativa com ML comportamental, blockchain e explicabilidade de IA evidencia o caráter inovador da proposta: elementos que, isolados, já têm registro, mas que em conjunto representam uma contribuição original.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Quadro Comparativo — 2020-2025 e Indústria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9</a:t>
            </a:fld>
            <a:endParaRPr lang="pt-BR"/>
          </a:p>
        </p:txBody>
      </p:sp>
      <p:graphicFrame>
        <p:nvGraphicFramePr>
          <p:cNvPr id="10" name="Tab"/>
          <p:cNvGraphicFramePr>
            <a:graphicFrameLocks noGrp="1"/>
          </p:cNvGraphicFramePr>
          <p:nvPr/>
        </p:nvGraphicFramePr>
        <p:xfrm>
          <a:off x="179388" y="1440000"/>
          <a:ext cx="8856662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 dirty="0">
                          <a:solidFill>
                            <a:srgbClr val="FFFFFF"/>
                          </a:solidFill>
                          <a:latin typeface="Titillium Web"/>
                        </a:rPr>
                        <a:t>Trabalho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Tipo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Ano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Proposta / Foco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Experimento / Dataset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Métrica / Resultado</a:t>
                      </a:r>
                    </a:p>
                  </a:txBody>
                  <a:tcPr marL="45720" marR="45720" marT="22860" marB="22860">
                    <a:solidFill>
                      <a:srgbClr val="2D2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TypeNet (Acien et al.)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2022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Keystroke deep learning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Aalto, 168k, Siamese LSTM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EER 2,2% (desktop)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TypeFormer (Stragapede)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2024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Keystroke mobile (Transformer)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Aalto mobile, free-text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EER 3,25% (5 sessões)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Wiefling et al.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2023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Risk-based auth (larga escala)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3,3M usuários, 31,3M logins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ML p/ tuning; RTT vs IP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Ismail et al.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2024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Anomalia one-class (keystroke)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CMU, 51 sujeitos, 15 técnicas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HBOS 5,97%; iForest 8,59%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Capuano et al.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2022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Survey de XAI em segurança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300+ trabalhos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SHAP/LIME predominantes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NIST SP 800-207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Padrão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2020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Zero Trust / verif. contínua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Diretriz de arquitetura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Política dinâmica + comport.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unico (check/people)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2007/20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Biometria facial (CNN)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Bancos e RH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&lt;3s, one-shot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idwall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2016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KYC com ML / OCR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Fintechs e bancos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Antifraude, onboarding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CAF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2019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Orquestração de identidade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Doc. + biometria + 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Fraude transacional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gov.br / Serpro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2019/21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Identidade federal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115M+ usuários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 dirty="0">
                          <a:solidFill>
                            <a:srgbClr val="333333"/>
                          </a:solidFill>
                          <a:latin typeface="Titillium Web"/>
                        </a:rPr>
                        <a:t>3 níveis fixos, 2FA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Matriz de Diferenciais — Proposta × Trabalhos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10</a:t>
            </a:fld>
            <a:endParaRPr lang="pt-BR"/>
          </a:p>
        </p:txBody>
      </p:sp>
      <p:graphicFrame>
        <p:nvGraphicFramePr>
          <p:cNvPr id="10" name="Ma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713173"/>
              </p:ext>
            </p:extLst>
          </p:nvPr>
        </p:nvGraphicFramePr>
        <p:xfrm>
          <a:off x="179388" y="1430000"/>
          <a:ext cx="8856662" cy="38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6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Característica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Proposta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Keystroke (DL)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 dirty="0">
                          <a:solidFill>
                            <a:srgbClr val="FFFFFF"/>
                          </a:solidFill>
                          <a:highlight>
                            <a:srgbClr val="FFFF00"/>
                          </a:highlight>
                          <a:latin typeface="Titillium Web"/>
                        </a:rPr>
                        <a:t>RBA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Indústria (KYC)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gov.br/Serpro</a:t>
                      </a:r>
                    </a:p>
                  </a:txBody>
                  <a:tcPr marL="36000" marR="36000" marT="18000" marB="18000" anchor="ctr">
                    <a:solidFill>
                      <a:srgbClr val="2D2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Biometria comportamental (digitação)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Autenticação contínua (não one-shot)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Ensemble de 3 algoritmos (IF+RF+DL)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Score contínuo + 4 níveis de resposta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Explicabilidade da decisão (SHAP/XAI)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Auditoria imutável em blockchain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Detecção de deriva comportamental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Aberto e reprodutível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 dirty="0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cap"/>
          <p:cNvSpPr txBox="1"/>
          <p:nvPr/>
        </p:nvSpPr>
        <p:spPr>
          <a:xfrm>
            <a:off x="179388" y="5780000"/>
            <a:ext cx="8856662" cy="5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pt-BR" sz="1050" b="1" dirty="0">
                <a:solidFill>
                  <a:srgbClr val="00A86B"/>
                </a:solidFill>
                <a:latin typeface="Segoe UI Symbol"/>
              </a:rPr>
              <a:t>✓ atende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   ·   </a:t>
            </a:r>
            <a:r>
              <a:rPr lang="pt-BR" sz="1050" b="1" dirty="0">
                <a:solidFill>
                  <a:srgbClr val="E0892E"/>
                </a:solidFill>
                <a:latin typeface="Segoe UI Symbol"/>
              </a:rPr>
              <a:t>~ parcial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   ·   </a:t>
            </a:r>
            <a:r>
              <a:rPr lang="pt-BR" sz="1050" b="1" dirty="0">
                <a:solidFill>
                  <a:srgbClr val="CD191E"/>
                </a:solidFill>
                <a:latin typeface="Segoe UI Symbol"/>
              </a:rPr>
              <a:t>✗ não atende</a:t>
            </a:r>
          </a:p>
          <a:p>
            <a:pPr algn="l">
              <a:spcAft>
                <a:spcPts val="0"/>
              </a:spcAft>
              <a:buNone/>
            </a:pPr>
            <a:r>
              <a:rPr lang="pt-BR" sz="950" b="0" dirty="0">
                <a:solidFill>
                  <a:srgbClr val="333333"/>
                </a:solidFill>
                <a:latin typeface="Titillium Web"/>
              </a:rPr>
              <a:t>Keystroke (DL): TypeNet/TypeFormer  ·  RBA: Wiefling  ·  Indústria (KYC): unico, idwall, CAF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Lacunas Identificadas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11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Contribuições originais da proposta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Autenticação contínua e adaptativa: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trabalhos recentes (TypeNet, 2022; TypeFormer, 2024) elevam a acurácia da digitação, mas nem academia nem indústria a integram à autenticação web contínua, com score recomputado a cada interação e 4 níveis.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Blockchain auditando decisões de 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nenhuma solução usa blockchain como camada de auditoria imutável das decisões de autenticação tomadas por modelos de IA.</a:t>
            </a:r>
          </a:p>
          <a:p>
            <a:pPr algn="l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XAI e ensemble integrados: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a explicabilidade (Capuano et al., 2022) é voltada à intrusão, não ao login; e mesmo quem aplica Isolation Forest à digitação (Ismail et al., 2024) o faz isoladamente — não no ensemble IF+RF+DL com resposta escalonada.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combina, de forma integrada e reprodutível, biometria comportamental contínua, ensemble explicável (SHAP) e auditoria em blockchain — uma articulação não identificada nos trabalhos acadêmicos ou industriais analisados.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Referências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12</a:t>
            </a:fld>
            <a:endParaRPr lang="pt-BR"/>
          </a:p>
        </p:txBody>
      </p:sp>
      <p:sp>
        <p:nvSpPr>
          <p:cNvPr id="10" name="refs"/>
          <p:cNvSpPr txBox="1"/>
          <p:nvPr/>
        </p:nvSpPr>
        <p:spPr>
          <a:xfrm>
            <a:off x="179388" y="1430000"/>
            <a:ext cx="8856662" cy="498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Recentes (2020-2025)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ACIEN, A. et al. TypeNet: Deep Learning Keystroke Biometrics. IEEE TBIOM, v. 4, 2022.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STRAGAPEDE, G. et al. TypeFormer: Transformers for Mobile Keystroke Biometrics. Neural Computing and Applications, v. 36, 2024.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WIEFLING, S. et al. Pump Up Password Security! ... Risk-Based Authentication. ACM TOPS, v. 26, 2023.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WIEFLING, S.; DÜRMUTH, M.; LO IACONO, L. What's in Score for Website Users ... RBA Characteristics. FC, 2021.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ISMAIL, M. G. et al. Outlier Detection for Keystroke Biometric User Authentication. PeerJ CS, 2024.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CAPUANO, N. et al. Explainable AI in CyberSecurity: A Survey. IEEE Access, v. 10, 2022.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STYLIOS, I. et al. Behavioral Biometrics &amp; Continuous Authentication: A Survey. Information Fusion, v. 66, 2021.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ABUHAMAD, M. et al. Sensor-Based Continuous Authentication: A Survey. IEEE IoT Journal, v. 8, 2021.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ROSE, S. et al. Zero Trust Architecture. NIST SP 800-207, 2020.</a:t>
            </a:r>
          </a:p>
          <a:p>
            <a:pPr algn="l">
              <a:spcAft>
                <a:spcPts val="200"/>
              </a:spcAft>
              <a:buNone/>
            </a:pPr>
            <a:endParaRPr lang="pt-BR" sz="1200" b="1" dirty="0">
              <a:solidFill>
                <a:srgbClr val="2D2DB9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Bases seminais e indústria</a:t>
            </a: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KILLOURHY &amp; MAXION (DSN, 2009); FRANK et al. — Touchalytics (IEEE TIFS, 2013); LIU, TING &amp; ZHOU — Isolation Forest (ICDM, 2008); LUNDBERG &amp; LEE — SHAP (NeurIPS, 2017).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unico IDTech; idwall; CAF — Combate à Fraude; Serpro / gov.br (Datavalid); INPI — Diretrizes de IA (2025).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2">
            <a:extLst>
              <a:ext uri="{FF2B5EF4-FFF2-40B4-BE49-F238E27FC236}">
                <a16:creationId xmlns:a16="http://schemas.microsoft.com/office/drawing/2014/main" id="{472BA3A6-FE31-EE1C-480E-E9B7F3B618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" y="1768475"/>
            <a:ext cx="9070975" cy="127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lnSpc>
                <a:spcPct val="111000"/>
              </a:lnSpc>
            </a:pPr>
            <a:r>
              <a:rPr lang="pt-BR" altLang="pt-BR" sz="5400">
                <a:solidFill>
                  <a:srgbClr val="000000"/>
                </a:solidFill>
                <a:latin typeface="Oswald Regular" pitchFamily="6" charset="0"/>
              </a:rPr>
              <a:t>Obrigado!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29FCD1F7-87F7-A831-462F-C02D2D39C7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5" y="3497263"/>
            <a:ext cx="9070975" cy="1300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>
              <a:lnSpc>
                <a:spcPct val="111000"/>
              </a:lnSpc>
              <a:defRPr/>
            </a:pPr>
            <a:r>
              <a:rPr lang="pt-BR" sz="3200" dirty="0">
                <a:latin typeface="Titillium Web" charset="0"/>
              </a:rPr>
              <a:t>Trabalhos Relacionados — Estado da Arte e Indústria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>
                <a:latin typeface="Titillium Web" charset="0"/>
              </a:rPr>
              <a:t>João Guedes de Brito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 err="1">
                <a:latin typeface="Titillium Web" charset="0"/>
              </a:rPr>
              <a:t>joaoguedesdebrito@gmail.com</a:t>
            </a:r>
            <a:endParaRPr lang="pt-BR" sz="2300" dirty="0">
              <a:latin typeface="Titillium Web" charset="0"/>
            </a:endParaRPr>
          </a:p>
        </p:txBody>
      </p:sp>
      <p:pic>
        <p:nvPicPr>
          <p:cNvPr id="30723" name="Picture 1">
            <a:extLst>
              <a:ext uri="{FF2B5EF4-FFF2-40B4-BE49-F238E27FC236}">
                <a16:creationId xmlns:a16="http://schemas.microsoft.com/office/drawing/2014/main" id="{E0F91B4D-91A1-2795-58E5-504A50B230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941888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GESP-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Oswald Regular"/>
        <a:ea typeface="ＭＳ Ｐゴシック"/>
        <a:cs typeface="DejaVu Sans"/>
      </a:majorFont>
      <a:minorFont>
        <a:latin typeface="Titillium Web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ＭＳ Ｐゴシック"/>
        <a:cs typeface="DejaVu Sans"/>
      </a:majorFont>
      <a:minorFont>
        <a:latin typeface="Arial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ＭＳ Ｐゴシック"/>
        <a:cs typeface="DejaVu Sans"/>
      </a:majorFont>
      <a:minorFont>
        <a:latin typeface="Arial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PPGESP-theme.thmx</Template>
  <TotalTime>29717</TotalTime>
  <Words>2327</Words>
  <Application>Microsoft Office PowerPoint</Application>
  <PresentationFormat>Apresentação na tela (4:3)</PresentationFormat>
  <Paragraphs>287</Paragraphs>
  <Slides>14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14</vt:i4>
      </vt:variant>
    </vt:vector>
  </HeadingPairs>
  <TitlesOfParts>
    <vt:vector size="23" baseType="lpstr">
      <vt:lpstr>Arial</vt:lpstr>
      <vt:lpstr>Oswald Regular</vt:lpstr>
      <vt:lpstr>Segoe UI Symbol</vt:lpstr>
      <vt:lpstr>Symbol</vt:lpstr>
      <vt:lpstr>Times New Roman</vt:lpstr>
      <vt:lpstr>Titillium Web</vt:lpstr>
      <vt:lpstr>PPGESP-theme</vt:lpstr>
      <vt:lpstr>1_Office Theme</vt:lpstr>
      <vt:lpstr>2_Office Theme</vt:lpstr>
      <vt:lpstr>Apresentação do PowerPoint</vt:lpstr>
      <vt:lpstr>Contexto e Objetivo da Revisão</vt:lpstr>
      <vt:lpstr>Legenda — Siglas e Abreviações</vt:lpstr>
      <vt:lpstr>O Comportamento como Vetor de Segurança</vt:lpstr>
      <vt:lpstr>Biometria de Digitação (Keystroke)</vt:lpstr>
      <vt:lpstr>Autenticação Adaptativa e Risk-Based (RBA)</vt:lpstr>
      <vt:lpstr>KYC, Antifraude e Orquestração (Indústria)</vt:lpstr>
      <vt:lpstr>Detecção de Anomalias e Explicabilidade (XAI)</vt:lpstr>
      <vt:lpstr>Pesquisa no INPI</vt:lpstr>
      <vt:lpstr>Quadro Comparativo — 2020-2025 e Indústria</vt:lpstr>
      <vt:lpstr>Matriz de Diferenciais — Proposta × Trabalhos</vt:lpstr>
      <vt:lpstr>Lacunas Identificadas</vt:lpstr>
      <vt:lpstr>Referências</vt:lpstr>
      <vt:lpstr>Apresentação do PowerPoint</vt:lpstr>
    </vt:vector>
  </TitlesOfParts>
  <Company>NTNU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Ingen lysbildetittel</dc:title>
  <dc:creator>Even Gran</dc:creator>
  <cp:lastModifiedBy>Joao Guedes De Brito</cp:lastModifiedBy>
  <cp:revision>1689</cp:revision>
  <cp:lastPrinted>2018-06-26T20:36:17Z</cp:lastPrinted>
  <dcterms:created xsi:type="dcterms:W3CDTF">2012-01-29T10:16:24Z</dcterms:created>
  <dcterms:modified xsi:type="dcterms:W3CDTF">2026-06-19T18:20:04Z</dcterms:modified>
</cp:coreProperties>
</file>